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Tittel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Overskrift</a:t>
            </a:r>
            <a:endParaRPr lang="en-US" sz="2800" dirty="0"/>
          </a:p>
        </p:txBody>
      </p:sp>
      <p:sp>
        <p:nvSpPr>
          <p:cNvPr id="3" name="Body"/>
          <p:cNvSpPr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Innhold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2026-09-14T11:08:30Z</dcterms:created>
  <dcterms:modified xsi:type="dcterms:W3CDTF">2026-09-14T11:08:30Z</dcterms:modified>
</cp:coreProperties>
</file>