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4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4147" r:id="rId4"/>
    <p:sldMasterId id="2147484251" r:id="rId5"/>
    <p:sldMasterId id="2147484297" r:id="rId6"/>
    <p:sldMasterId id="2147484343" r:id="rId7"/>
  </p:sld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>
      <a:defRPr lang="nb-NO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08DCA182-A3E4-8742-9FB1-505BE18E05BA}" name="INNHOLD">
          <p14:sldIdLst>
            <p14:sldId id="296"/>
            <p14:sldId id="298"/>
            <p14:sldId id="291"/>
          </p14:sldIdLst>
        </p14:section>
        <p14:section id="{C6E751CD-F2B5-184F-8E84-952E13E76DD1}" name="BRUKERVEILEDNING">
          <p14:sldIdLst>
            <p14:sldId id="287"/>
            <p14:sldId id="288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ddels stil 2 – uthevin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ddels stil 2 – uthevin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ddels stil 2 – uthevin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ddels stil 2 – uthev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486"/>
    <p:restoredTop autoAdjust="0" sz="94795"/>
  </p:normalViewPr>
  <p:slideViewPr>
    <p:cSldViewPr snapToGrid="0">
      <p:cViewPr varScale="1">
        <p:scale>
          <a:sx d="100" n="120"/>
          <a:sy d="100" n="120"/>
        </p:scale>
        <p:origin x="808" y="192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80"/>
        <a:sy d="100" n="80"/>
      </p:scale>
      <p:origin x="0" y="0"/>
    </p:cViewPr>
  </p:sorterViewPr>
  <p:notesViewPr>
    <p:cSldViewPr snapToGrid="0">
      <p:cViewPr varScale="1">
        <p:scale>
          <a:sx d="100" n="99"/>
          <a:sy d="100" n="99"/>
        </p:scale>
        <p:origin x="3728" y="17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handoutMaster" Target="handoutMasters/handoutMaster1.xml" /><Relationship Id="rId3" Type="http://schemas.openxmlformats.org/officeDocument/2006/relationships/customXml" Target="../customXml/item3.xml" /><Relationship Id="rId15" Type="http://schemas.openxmlformats.org/officeDocument/2006/relationships/theme" Target="theme/theme1.xml" /><Relationship Id="rId7" Type="http://schemas.openxmlformats.org/officeDocument/2006/relationships/slideMaster" Target="slideMasters/slideMaster4.xml" /><Relationship Id="rId2" Type="http://schemas.openxmlformats.org/officeDocument/2006/relationships/customXml" Target="../customXml/item2.xml" /><Relationship Id="rId14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Master" Target="slideMasters/slideMaster3.xml" /><Relationship Id="rId5" Type="http://schemas.openxmlformats.org/officeDocument/2006/relationships/slideMaster" Target="slideMasters/slideMaster2.xml" /><Relationship Id="rId17" Type="http://schemas.microsoft.com/office/2015/10/relationships/revisionInfo" Target="revisionInfo.xml" /><Relationship Id="rId13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16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81256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C158C9B-2C6A-D6D8-A1DD-8D60A254E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skrive tittelen</a:t>
            </a:r>
          </a:p>
        </p:txBody>
      </p:sp>
    </p:spTree>
    <p:extLst>
      <p:ext uri="{BB962C8B-B14F-4D97-AF65-F5344CB8AC3E}">
        <p14:creationId xmlns:p14="http://schemas.microsoft.com/office/powerpoint/2010/main" val="24586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21444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0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61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24451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1373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7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277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14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30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9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23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29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92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8230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21336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</p:spTree>
    <p:extLst>
      <p:ext uri="{BB962C8B-B14F-4D97-AF65-F5344CB8AC3E}">
        <p14:creationId xmlns:p14="http://schemas.microsoft.com/office/powerpoint/2010/main" val="4139036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69958-D876-D67C-783C-240E2BE13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TekstSylinder 6">
            <a:extLst>
              <a:ext uri="{FF2B5EF4-FFF2-40B4-BE49-F238E27FC236}">
                <a16:creationId xmlns:a16="http://schemas.microsoft.com/office/drawing/2014/main" id="{5768A83D-B7F2-1357-4F15-E945F9235D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11" name="Picture 10" descr="Skjermdump med oversikt over noen av ikonsidene i malen">
            <a:extLst>
              <a:ext uri="{FF2B5EF4-FFF2-40B4-BE49-F238E27FC236}">
                <a16:creationId xmlns:a16="http://schemas.microsoft.com/office/drawing/2014/main" id="{E47A7E56-7453-AC9C-7149-9B27F453B8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06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19503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1840475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424C4092-E135-D711-25C7-83096E163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maske over symbol">
            <a:extLst>
              <a:ext uri="{FF2B5EF4-FFF2-40B4-BE49-F238E27FC236}">
                <a16:creationId xmlns:a16="http://schemas.microsoft.com/office/drawing/2014/main" id="{8DA38962-B34A-7C2C-E110-91C1C8922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023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F95D45-379D-562C-3647-C1A886AD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AD59CE1-94DC-49AA-F23C-8704E731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D5C760-9B09-4E56-33D5-1D24783F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6A8C6F4-0DC3-627A-5BAB-A4ABDFC70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6EF88F-48F7-70B1-8C5B-BECFC6ED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85EF75C-2328-7A49-D71B-8FB78B9F830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93D7447B-B070-BBD3-1EC8-02ED14B28421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E1271B20-F563-0911-B4EF-E60F3BCECB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332007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5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1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02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5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75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61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3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09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31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57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8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0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A6F62AF3-8440-C96A-3D4E-CF6022F0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C78B0418-7DD3-C5BF-8EA3-4EE50EA096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81C7DE2E-9318-DBD7-D47B-1FF8313F92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63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6E2A1F1-57D8-79EA-7902-B70503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157914" y="2872569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065CF8C-E32F-5E56-D186-CC1A05961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57913" y="1025768"/>
            <a:ext cx="1846800" cy="18468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6C672D3-23A9-AD89-B7BD-7C7027BB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1025768"/>
            <a:ext cx="1846800" cy="18468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983444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9">
            <a:extLst>
              <a:ext uri="{FF2B5EF4-FFF2-40B4-BE49-F238E27FC236}">
                <a16:creationId xmlns:a16="http://schemas.microsoft.com/office/drawing/2014/main" id="{6B84D7E3-19EB-1F65-7BE4-8C1A71980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Freeform 24">
            <a:extLst>
              <a:ext uri="{FF2B5EF4-FFF2-40B4-BE49-F238E27FC236}">
                <a16:creationId xmlns:a16="http://schemas.microsoft.com/office/drawing/2014/main" id="{579ABA95-3B8A-DDC7-8782-686FD5C57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FBDC5F1B-60FF-1CF9-57CE-A4C43346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F3AA8AF8-1AED-3417-E8F8-AE4C01C0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B684E234-F6A0-83B7-DB7B-FD873E3DF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Freeform 28">
            <a:extLst>
              <a:ext uri="{FF2B5EF4-FFF2-40B4-BE49-F238E27FC236}">
                <a16:creationId xmlns:a16="http://schemas.microsoft.com/office/drawing/2014/main" id="{E741A080-DDF7-2068-A04A-3DDCBE74D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963A2D50-B3D5-A610-0F18-2FDEEE4F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B5A2E05-EC81-FBBA-1600-A6ABEC75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33">
            <a:extLst>
              <a:ext uri="{FF2B5EF4-FFF2-40B4-BE49-F238E27FC236}">
                <a16:creationId xmlns:a16="http://schemas.microsoft.com/office/drawing/2014/main" id="{FC7F5452-594F-2BA7-8E80-F713C667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Oval 33">
            <a:extLst>
              <a:ext uri="{FF2B5EF4-FFF2-40B4-BE49-F238E27FC236}">
                <a16:creationId xmlns:a16="http://schemas.microsoft.com/office/drawing/2014/main" id="{AAAD464A-D0B9-62E9-3DF1-4C1601305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76C052EB-0F27-A16E-1D47-175B8228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988599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2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4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7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58722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2B1BD22C-A77B-6BD5-3D34-EE7FF4BDD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1DBE9674-3693-C356-A540-440D0D1CC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2810F0C-B15F-925B-EC10-ECD57EE48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81D754B-CCBB-5BDF-F48E-C3BB2E121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7607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6DFE7F4E-1058-3040-A42C-0AE2AAA04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B1527E7F-8389-681C-B642-203E673EB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ED0F2040-0010-686C-BCF1-9A2C2D58E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951B6E05-7E5D-41A4-C33C-4710E5AB9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409879AF-2F38-BB31-4892-BDF1CE47B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4E8F5ACE-3ACA-B92E-E5AD-39BD7925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E4AF6FEF-D223-269E-BF1D-4BC75BD5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4203"/>
            <a:ext cx="1047098" cy="10470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3" name="Oval 51">
            <a:extLst>
              <a:ext uri="{FF2B5EF4-FFF2-40B4-BE49-F238E27FC236}">
                <a16:creationId xmlns:a16="http://schemas.microsoft.com/office/drawing/2014/main" id="{E10B81F5-E0D8-281B-1683-420738B63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7070"/>
            <a:ext cx="1047598" cy="10476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1" name="Freeform 52">
            <a:extLst>
              <a:ext uri="{FF2B5EF4-FFF2-40B4-BE49-F238E27FC236}">
                <a16:creationId xmlns:a16="http://schemas.microsoft.com/office/drawing/2014/main" id="{82053891-2AE3-87B8-D7E8-CDE827B2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2" name="Rectangle 53">
            <a:extLst>
              <a:ext uri="{FF2B5EF4-FFF2-40B4-BE49-F238E27FC236}">
                <a16:creationId xmlns:a16="http://schemas.microsoft.com/office/drawing/2014/main" id="{F5E81982-ACF9-84F4-2074-8FC698ECF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C0C25A-3264-4F78-3085-49103C800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87897E1C-EF32-5151-796F-EB2A38DA4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3CA84E73-9AF4-7C23-A8A9-490D9706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0854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31969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679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4135191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59810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00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02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5980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35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5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513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941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02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154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10000"/>
              <a:lumOff val="9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10000"/>
              <a:lumOff val="9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71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35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03531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17951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34352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2F5F8-D9E9-E317-333C-B8B0B587B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FDB399B4-55D7-64D0-9D3E-695D1524E1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F9352794-A0CF-E157-6259-CA3DC97B7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15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30267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171197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185E662F-6C5A-A9A0-BA9C-E3AA31904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maske over symbol">
            <a:extLst>
              <a:ext uri="{FF2B5EF4-FFF2-40B4-BE49-F238E27FC236}">
                <a16:creationId xmlns:a16="http://schemas.microsoft.com/office/drawing/2014/main" id="{6E5D8ADA-B672-3938-D4EE-5E336865F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288182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446D8553-2E32-42E9-3349-93A1C200E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04789FF-93DB-EFF5-1DC8-C3A3B55B8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011B72A-DAD1-E38B-CDFE-50BD40724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5ACC8F59-D145-18CA-7549-994A74A3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F7509832-16C8-657D-3CDE-2E26D630D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21" name="Plassholder for bilde 11">
            <a:extLst>
              <a:ext uri="{FF2B5EF4-FFF2-40B4-BE49-F238E27FC236}">
                <a16:creationId xmlns:a16="http://schemas.microsoft.com/office/drawing/2014/main" id="{1EF8F995-53C7-DE2D-A2E3-584A57F713E8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901240B7-00E0-271E-6A5D-07642FA4A7DF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tekst 13">
            <a:extLst>
              <a:ext uri="{FF2B5EF4-FFF2-40B4-BE49-F238E27FC236}">
                <a16:creationId xmlns:a16="http://schemas.microsoft.com/office/drawing/2014/main" id="{FB63649F-BC28-37D3-33F5-05B6BB61B4D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3927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92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8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47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1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57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00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23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67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42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11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D687776E-2701-931B-533E-D581767A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8213B0F8-76E6-8CB3-D957-46888E348B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47AE3DA7-F033-7BC1-33FA-2ACC0AD00B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72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6E2A1F1-57D8-79EA-7902-B70503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157914" y="2872569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065CF8C-E32F-5E56-D186-CC1A05961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61516" y="1025768"/>
            <a:ext cx="1846800" cy="18468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6C672D3-23A9-AD89-B7BD-7C7027BB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1025768"/>
            <a:ext cx="1846800" cy="1846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63433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9">
            <a:extLst>
              <a:ext uri="{FF2B5EF4-FFF2-40B4-BE49-F238E27FC236}">
                <a16:creationId xmlns:a16="http://schemas.microsoft.com/office/drawing/2014/main" id="{99E95910-09FF-430A-E898-A33118B29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Freeform 24">
            <a:extLst>
              <a:ext uri="{FF2B5EF4-FFF2-40B4-BE49-F238E27FC236}">
                <a16:creationId xmlns:a16="http://schemas.microsoft.com/office/drawing/2014/main" id="{AF42DD40-56E2-A39B-78A7-3F0F4816F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ECB503CA-E8C1-E1AA-E23B-AD384EFB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84AB1C62-C9BA-46A2-047A-AF10DE79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45D5F3A4-0E58-D3C3-C775-C10019D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Freeform 28">
            <a:extLst>
              <a:ext uri="{FF2B5EF4-FFF2-40B4-BE49-F238E27FC236}">
                <a16:creationId xmlns:a16="http://schemas.microsoft.com/office/drawing/2014/main" id="{62B1B1C8-61FC-CBE1-056C-ADD11505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0316B5B8-D106-D84F-F1A5-0AE31349E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14F297AA-ACCF-25E3-FD00-57C614361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33">
            <a:extLst>
              <a:ext uri="{FF2B5EF4-FFF2-40B4-BE49-F238E27FC236}">
                <a16:creationId xmlns:a16="http://schemas.microsoft.com/office/drawing/2014/main" id="{EB366B7A-3E0F-075A-A2CA-6FA89D033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Oval 33">
            <a:extLst>
              <a:ext uri="{FF2B5EF4-FFF2-40B4-BE49-F238E27FC236}">
                <a16:creationId xmlns:a16="http://schemas.microsoft.com/office/drawing/2014/main" id="{424734EE-535B-F01D-E996-05CDD908D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C1A8CBA3-358A-F3C2-A2E9-CAB175EBE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964431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82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77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24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7483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4286D6FB-2402-6AA8-3E66-606BFF77F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5" name="Tittel 2">
            <a:extLst>
              <a:ext uri="{FF2B5EF4-FFF2-40B4-BE49-F238E27FC236}">
                <a16:creationId xmlns:a16="http://schemas.microsoft.com/office/drawing/2014/main" id="{AE6A4C3C-F39F-1698-2475-B5776E174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3A2525BF-6738-F7D7-EB91-FE25C3DC4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311C453D-6EFF-4F9A-151F-CFC10619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5491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6368C81D-BB5A-127F-5D49-BB0888158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4309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C8E50B76-BC35-B3CA-72C5-3964BCE12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4F21999B-51C1-C5F5-065B-38B5196F9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6" name="Oval 11">
            <a:extLst>
              <a:ext uri="{FF2B5EF4-FFF2-40B4-BE49-F238E27FC236}">
                <a16:creationId xmlns:a16="http://schemas.microsoft.com/office/drawing/2014/main" id="{4057E40E-2499-7957-B152-3E43AAD3E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7" name="Freeform 4">
            <a:extLst>
              <a:ext uri="{FF2B5EF4-FFF2-40B4-BE49-F238E27FC236}">
                <a16:creationId xmlns:a16="http://schemas.microsoft.com/office/drawing/2014/main" id="{F7E1F714-CCF4-8475-5F2E-2FCF454C1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E0E05DA9-B215-0207-8EFF-82607468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B9F0ED29-2983-C815-995C-8A6565D82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2615"/>
            <a:ext cx="1047098" cy="10470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0" name="Oval 51">
            <a:extLst>
              <a:ext uri="{FF2B5EF4-FFF2-40B4-BE49-F238E27FC236}">
                <a16:creationId xmlns:a16="http://schemas.microsoft.com/office/drawing/2014/main" id="{082C21EE-24F8-D263-0C35-7792A1B5B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5491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1" name="Freeform 52">
            <a:extLst>
              <a:ext uri="{FF2B5EF4-FFF2-40B4-BE49-F238E27FC236}">
                <a16:creationId xmlns:a16="http://schemas.microsoft.com/office/drawing/2014/main" id="{F384C316-809C-BD63-8113-481F09DA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F18CC38F-A117-BFA2-CA59-B23FD0C2A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3" name="Rectangle 23">
            <a:extLst>
              <a:ext uri="{FF2B5EF4-FFF2-40B4-BE49-F238E27FC236}">
                <a16:creationId xmlns:a16="http://schemas.microsoft.com/office/drawing/2014/main" id="{F5DC655A-BECD-3D3A-9645-8F39DF0E8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B8B729B-724F-610D-6A1D-0E9C98417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2C26DAA7-3427-0EDD-A9C1-008E72EBD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1428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30610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443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405478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02727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43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3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453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1000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7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984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038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18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08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34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625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07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72460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9098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22295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BD473-9FDD-BE22-CCFF-BBB92F710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E50A1EE7-8A48-1D38-7AEF-698340F94C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A630EAA6-AC3A-8FAC-B1D0-34EB4A2D69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1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13473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3198505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3">
            <a:extLst>
              <a:ext uri="{FF2B5EF4-FFF2-40B4-BE49-F238E27FC236}">
                <a16:creationId xmlns:a16="http://schemas.microsoft.com/office/drawing/2014/main" id="{8345088F-EC9B-4DA1-3803-94A0279B8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maske over symbol">
            <a:extLst>
              <a:ext uri="{FF2B5EF4-FFF2-40B4-BE49-F238E27FC236}">
                <a16:creationId xmlns:a16="http://schemas.microsoft.com/office/drawing/2014/main" id="{F17FCAF3-C470-D372-CD81-A68B401F6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117383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8BE5790B-6095-8AE4-3D30-3E03CE12E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41EFEFB1-E40A-B379-494C-43D7DA0D2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8A99F645-7D91-5B05-3FBD-A682C803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2E769B00-DD47-B3BD-13A1-F07EB375D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BE27638-A03B-C25A-2DFC-484091265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21" name="Plassholder for bilde 11">
            <a:extLst>
              <a:ext uri="{FF2B5EF4-FFF2-40B4-BE49-F238E27FC236}">
                <a16:creationId xmlns:a16="http://schemas.microsoft.com/office/drawing/2014/main" id="{1EF8F995-53C7-DE2D-A2E3-584A57F713E8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901240B7-00E0-271E-6A5D-07642FA4A7DF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C28ECB4E-0F6D-59BD-9C9B-EAD0FD5B21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524492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4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01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30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15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24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7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84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76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0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4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17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71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E4058A2D-F892-946F-10B7-B5291D20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7649734-BA46-AE95-94BE-706B862E0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D09882C8-BE56-F7B7-F008-210B5B9787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1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9FAEB8A-3D5B-EEAC-7D1C-9B0BD8468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8157915" y="1025768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FFF20869-55B1-C157-69D8-311EF31E7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59715" y="4722968"/>
            <a:ext cx="1846800" cy="1846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55150C5A-8158-241F-BF5F-370F32BA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4722968"/>
            <a:ext cx="1846800" cy="18468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2663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731ED7D5-B129-FE91-5669-F61D8CA14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7" name="Freeform 24">
            <a:extLst>
              <a:ext uri="{FF2B5EF4-FFF2-40B4-BE49-F238E27FC236}">
                <a16:creationId xmlns:a16="http://schemas.microsoft.com/office/drawing/2014/main" id="{80F1785E-6A62-6183-AB01-F7563A35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E28DA055-BC2E-D6FE-BC69-910198648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6">
            <a:extLst>
              <a:ext uri="{FF2B5EF4-FFF2-40B4-BE49-F238E27FC236}">
                <a16:creationId xmlns:a16="http://schemas.microsoft.com/office/drawing/2014/main" id="{6CBA9BEE-2E45-68FB-A46B-9947ACC35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FD8D616A-DB93-ACA7-8ECA-4990A3B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C624BD69-5BDA-1878-B4CF-35008DD26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2" name="Freeform 30">
            <a:extLst>
              <a:ext uri="{FF2B5EF4-FFF2-40B4-BE49-F238E27FC236}">
                <a16:creationId xmlns:a16="http://schemas.microsoft.com/office/drawing/2014/main" id="{2AED6B8A-EF5C-64B5-4458-BF07D80A3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941AEC92-ECB9-74E2-9086-E9CC18A7D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Oval 33">
            <a:extLst>
              <a:ext uri="{FF2B5EF4-FFF2-40B4-BE49-F238E27FC236}">
                <a16:creationId xmlns:a16="http://schemas.microsoft.com/office/drawing/2014/main" id="{C4D8F94E-2F8E-57D7-77B0-A0837A926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5" name="Oval 33">
            <a:extLst>
              <a:ext uri="{FF2B5EF4-FFF2-40B4-BE49-F238E27FC236}">
                <a16:creationId xmlns:a16="http://schemas.microsoft.com/office/drawing/2014/main" id="{DA94BBCD-1F80-469D-5764-229B4B1B3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EBA85C54-8EC1-7929-BDE0-D01E04D89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2612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998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126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45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ssholder for tekst 7">
            <a:extLst>
              <a:ext uri="{FF2B5EF4-FFF2-40B4-BE49-F238E27FC236}">
                <a16:creationId xmlns:a16="http://schemas.microsoft.com/office/drawing/2014/main" id="{689A0625-6F37-0D75-7D24-CA8AAB795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653" y="400049"/>
            <a:ext cx="7971587" cy="321789"/>
          </a:xfrm>
        </p:spPr>
        <p:txBody>
          <a:bodyPr>
            <a:noAutofit/>
          </a:bodyPr>
          <a:lstStyle>
            <a:lvl1pPr marL="0" indent="0">
              <a:buNone/>
              <a:defRPr lang="nb-NO" sz="1000" b="0" i="0" u="none" strike="noStrike" baseline="0" smtClean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Eventuelt tema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671693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728E6547-112D-4BF6-A515-EAF136A0B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AA6F878-9DB0-0F3D-F8F3-76D6D9FCB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088866-D4A5-AB0B-2827-34A9A761F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5491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30F2464-A98B-955F-3B04-CC068C08A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4309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0336-C3B1-EEB5-FB7A-CF12AF01C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248E8FE6-DE7B-E776-09D0-817ECDE3D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CFB6C54B-3315-D4E2-2CB3-0A432F86B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08386E7-F5DF-2F61-FE0D-A45D70B3F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9C48C74D-624D-E6E2-2063-3DF34AC63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BE7E7C8D-12A4-02AB-D253-58E14146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2615"/>
            <a:ext cx="1047098" cy="10470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1" name="Oval 51">
            <a:extLst>
              <a:ext uri="{FF2B5EF4-FFF2-40B4-BE49-F238E27FC236}">
                <a16:creationId xmlns:a16="http://schemas.microsoft.com/office/drawing/2014/main" id="{634D12BF-F3FE-9E71-7EBB-C0D6F359C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5491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53">
            <a:extLst>
              <a:ext uri="{FF2B5EF4-FFF2-40B4-BE49-F238E27FC236}">
                <a16:creationId xmlns:a16="http://schemas.microsoft.com/office/drawing/2014/main" id="{829DA329-F2A5-2FB5-7A69-ED912B297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90328D3B-5F56-A924-43BA-FE87F57B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927C7CEC-C01B-363B-70CB-C3F5CEB8D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A7C659B8-4A2A-10C6-85CF-BE940F815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1428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3" name="Tittel 2">
            <a:extLst>
              <a:ext uri="{FF2B5EF4-FFF2-40B4-BE49-F238E27FC236}">
                <a16:creationId xmlns:a16="http://schemas.microsoft.com/office/drawing/2014/main" id="{3577D22F-DEDA-700B-983B-CA83CBC7D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22" name="Freeform 52">
            <a:extLst>
              <a:ext uri="{FF2B5EF4-FFF2-40B4-BE49-F238E27FC236}">
                <a16:creationId xmlns:a16="http://schemas.microsoft.com/office/drawing/2014/main" id="{885B4F29-C4F0-3501-6CFD-B58E5C907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228699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586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2586756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86952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03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2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0054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5612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0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3460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39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0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08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2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19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9710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17971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39747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38DE5E-3C50-BC53-1870-2DCBC1E6D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CB2EC5B3-3DEF-5951-17EC-863397397D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1217EA63-945F-BF1F-EAB4-723B8BBE04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35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53784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.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20628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3">
            <a:extLst>
              <a:ext uri="{FF2B5EF4-FFF2-40B4-BE49-F238E27FC236}">
                <a16:creationId xmlns:a16="http://schemas.microsoft.com/office/drawing/2014/main" id="{E1BEF7C9-066E-29D8-C870-98EC0BA2A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maske over symbol">
            <a:extLst>
              <a:ext uri="{FF2B5EF4-FFF2-40B4-BE49-F238E27FC236}">
                <a16:creationId xmlns:a16="http://schemas.microsoft.com/office/drawing/2014/main" id="{14DCDA76-5CCA-02BE-91A1-7D753010D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378745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F95D45-379D-562C-3647-C1A886AD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AD59CE1-94DC-49AA-F23C-8704E731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D5C760-9B09-4E56-33D5-1D24783F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6A8C6F4-0DC3-627A-5BAB-A4ABDFC70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6EF88F-48F7-70B1-8C5B-BECFC6ED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85EF75C-2328-7A49-D71B-8FB78B9F830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93D7447B-B070-BBD3-1EC8-02ED14B28421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9B67BB56-3314-1BE1-0256-F7A205B46B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7047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69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45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56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23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06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3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45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42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50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42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24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CC63F06A-DB2F-8F29-DA78-966795240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4DE060B8-B4F5-A6E9-CA94-87FCF61591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3BB19A84-18C1-D2FA-94EC-2A4408390F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90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39" Target="../slideLayouts/slideLayout39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42" Target="../slideLayouts/slideLayout42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40" Target="../slideLayouts/slideLayout40.xml" Type="http://schemas.openxmlformats.org/officeDocument/2006/relationships/slideLayout" /><Relationship Id="rId45" Target="../media/image1.svg" Type="http://schemas.openxmlformats.org/officeDocument/2006/relationships/imag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4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43" Target="../slideLayouts/slideLayout43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slideLayouts/slideLayout38.xml" Type="http://schemas.openxmlformats.org/officeDocument/2006/relationships/slideLayout" /><Relationship Id="rId20" Target="../slideLayouts/slideLayout20.xml" Type="http://schemas.openxmlformats.org/officeDocument/2006/relationships/slideLayout" /><Relationship Id="rId41" Target="../slideLayouts/slideLayout4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">
            <a:extLst>
              <a:ext uri="{FF2B5EF4-FFF2-40B4-BE49-F238E27FC236}">
                <a16:creationId xmlns:a16="http://schemas.microsoft.com/office/drawing/2014/main" id="{B14FC8EA-3CE9-7618-146E-1403EC6A2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0D7A32C-EC5E-4205-A508-829A1E61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00" y="885600"/>
            <a:ext cx="10479600" cy="523220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/>
          <a:p>
            <a:r>
              <a:rPr dirty="0" err="1" lang="nb-NO" noProof="0"/>
              <a:t>Klikk</a:t>
            </a:r>
            <a:r>
              <a:rPr dirty="0" lang="nb-NO" noProof="0"/>
              <a:t> for å </a:t>
            </a:r>
            <a:r>
              <a:rPr dirty="0" err="1" lang="nb-NO" noProof="0"/>
              <a:t>redigere</a:t>
            </a:r>
            <a:r>
              <a:rPr dirty="0" lang="nb-NO" noProof="0"/>
              <a:t> </a:t>
            </a:r>
            <a:r>
              <a:rPr dirty="0" err="1" lang="nb-NO" noProof="0"/>
              <a:t>tittelstil</a:t>
            </a:r>
            <a:endParaRPr dirty="0" lang="nb-NO" noProof="0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150DB1F-F0F3-48FE-95AB-644A685951CE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56800" y="1585913"/>
            <a:ext cx="10479600" cy="46968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err="1" lang="nb-NO"/>
              <a:t>Klikk</a:t>
            </a:r>
            <a:r>
              <a:rPr dirty="0" lang="nb-NO"/>
              <a:t> for å </a:t>
            </a:r>
            <a:r>
              <a:rPr dirty="0" err="1" lang="nb-NO"/>
              <a:t>redigere</a:t>
            </a:r>
            <a:r>
              <a:rPr dirty="0" lang="nb-NO"/>
              <a:t> </a:t>
            </a:r>
            <a:r>
              <a:rPr dirty="0" err="1" lang="nb-NO"/>
              <a:t>tekststiler</a:t>
            </a:r>
            <a:r>
              <a:rPr dirty="0" lang="nb-NO"/>
              <a:t> </a:t>
            </a:r>
            <a:r>
              <a:rPr dirty="0" err="1" lang="nb-NO"/>
              <a:t>i</a:t>
            </a:r>
            <a:r>
              <a:rPr dirty="0" lang="nb-NO"/>
              <a:t> </a:t>
            </a:r>
            <a:r>
              <a:rPr dirty="0" err="1" lang="nb-NO"/>
              <a:t>malen</a:t>
            </a:r>
            <a:endParaRPr dirty="0" lang="nb-NO"/>
          </a:p>
          <a:p>
            <a:pPr lvl="1"/>
            <a:r>
              <a:rPr dirty="0" lang="nb-NO"/>
              <a:t>Andre nivå</a:t>
            </a:r>
          </a:p>
          <a:p>
            <a:pPr lvl="2"/>
            <a:r>
              <a:rPr dirty="0" lang="nb-NO"/>
              <a:t>Tredje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666FC37-A4EA-490D-8E32-0AE790CC6DC5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576072" y="6609569"/>
            <a:ext cx="27432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8711618C-0797-4DE8-8F76-26C2A470B1F1}" type="datetimeFigureOut">
              <a:rPr lang="nb-NO" smtClean="0"/>
              <a:pPr/>
              <a:t>16.06.2026</a:t>
            </a:fld>
            <a:endParaRPr dirty="0"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8CB23BE-A736-4A6C-8D27-3452A9C73DC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609569"/>
            <a:ext cx="41148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dirty="0"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424C4B4-B69C-4D11-A88F-900B06F89BF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872728" y="6609569"/>
            <a:ext cx="27432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93EB756F-746B-4A94-A95A-AE98F4E2B7BB}" type="slidenum">
              <a:rPr lang="nb-NO" smtClean="0"/>
              <a:pPr/>
              <a:t>‹#›</a:t>
            </a:fld>
            <a:endParaRPr dirty="0" lang="nb-NO"/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B36CA2AF-B2B9-9381-0302-4911CA4B5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5834077"/>
            <a:ext cx="2045677" cy="1023923"/>
            <a:chOff x="-1285" y="5590352"/>
            <a:chExt cx="2532611" cy="1267648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C36AEFB6-7735-E810-6707-E6BE75412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-1285" y="6012718"/>
              <a:ext cx="422657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53EE8FA-9280-BA8A-FD89-C2EDBB57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flipV="1" rot="16200000">
              <a:off x="629016" y="6224209"/>
              <a:ext cx="422527" cy="845055"/>
            </a:xfrm>
            <a:custGeom>
              <a:avLst/>
              <a:gdLst>
                <a:gd fmla="*/ 1 w 2743200" name="connsiteX0"/>
                <a:gd fmla="*/ 0 h 5485182" name="connsiteY0"/>
                <a:gd fmla="*/ 2729037 w 2743200" name="connsiteX1"/>
                <a:gd fmla="*/ 2462724 h 5485182" name="connsiteY1"/>
                <a:gd fmla="*/ 2743040 w 2743200" name="connsiteX2"/>
                <a:gd fmla="*/ 2740024 h 5485182" name="connsiteY2"/>
                <a:gd fmla="*/ 2743199 w 2743200" name="connsiteX3"/>
                <a:gd fmla="*/ 2740024 h 5485182" name="connsiteY3"/>
                <a:gd fmla="*/ 2743199 w 2743200" name="connsiteX4"/>
                <a:gd fmla="*/ 2743179 h 5485182" name="connsiteY4"/>
                <a:gd fmla="*/ 2743200 w 2743200" name="connsiteX5"/>
                <a:gd fmla="*/ 2743199 h 5485182" name="connsiteY5"/>
                <a:gd fmla="*/ 2743199 w 2743200" name="connsiteX6"/>
                <a:gd fmla="*/ 2743199 h 5485182" name="connsiteY6"/>
                <a:gd fmla="*/ 2743199 w 2743200" name="connsiteX7"/>
                <a:gd fmla="*/ 2743221 h 5485182" name="connsiteY7"/>
                <a:gd fmla="*/ 2743199 w 2743200" name="connsiteX8"/>
                <a:gd fmla="*/ 5485182 h 5485182" name="connsiteY8"/>
                <a:gd fmla="*/ 0 w 2743200" name="connsiteX9"/>
                <a:gd fmla="*/ 5485182 h 5485182" name="connsiteY9"/>
                <a:gd fmla="*/ 0 w 2743200" name="connsiteX10"/>
                <a:gd fmla="*/ 2740024 h 5485182" name="connsiteY10"/>
                <a:gd fmla="*/ 1 w 2743200" name="connsiteX11"/>
                <a:gd fmla="*/ 2740024 h 5485182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5485182" w="2743200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0E07C80F-618B-1CE6-3F06-7E56D26F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rot="16200000">
              <a:off x="1264142" y="6436066"/>
              <a:ext cx="422527" cy="42134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E220AA67-3EFB-26FC-0B16-CDE098452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rot="16200000">
              <a:off x="0" y="6435473"/>
              <a:ext cx="422527" cy="42252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678728A4-4E6A-76F2-C08F-5ECF7128B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2108669" y="6435343"/>
              <a:ext cx="422657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5" name="Oval 19">
              <a:extLst>
                <a:ext uri="{FF2B5EF4-FFF2-40B4-BE49-F238E27FC236}">
                  <a16:creationId xmlns:a16="http://schemas.microsoft.com/office/drawing/2014/main" id="{1A7AF50B-52A5-102A-254F-B06FC8577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rot="16200000">
              <a:off x="1686077" y="6435472"/>
              <a:ext cx="422528" cy="422527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58C14B09-C8E4-EBDA-6AE2-C1637490F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rot="16200000">
              <a:off x="-1878" y="5590945"/>
              <a:ext cx="422528" cy="4213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B094A262-78F2-91A8-3DC1-13DD01089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419036" y="6019778"/>
              <a:ext cx="422658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</p:grpSp>
    </p:spTree>
    <p:extLst>
      <p:ext uri="{BB962C8B-B14F-4D97-AF65-F5344CB8AC3E}">
        <p14:creationId xmlns:p14="http://schemas.microsoft.com/office/powerpoint/2010/main" val="132129236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4153" r:id="rId1"/>
    <p:sldLayoutId id="2147484154" r:id="rId2"/>
    <p:sldLayoutId id="2147484155" r:id="rId3"/>
    <p:sldLayoutId id="2147484156" r:id="rId4"/>
    <p:sldLayoutId id="2147484249" r:id="rId5"/>
    <p:sldLayoutId id="2147484204" r:id="rId6"/>
    <p:sldLayoutId id="2147484398" r:id="rId7"/>
    <p:sldLayoutId id="2147484206" r:id="rId8"/>
    <p:sldLayoutId id="2147484207" r:id="rId9"/>
    <p:sldLayoutId id="2147484208" r:id="rId10"/>
    <p:sldLayoutId id="2147484209" r:id="rId11"/>
    <p:sldLayoutId id="2147484210" r:id="rId12"/>
    <p:sldLayoutId id="2147484211" r:id="rId13"/>
    <p:sldLayoutId id="2147484212" r:id="rId14"/>
    <p:sldLayoutId id="2147484213" r:id="rId15"/>
    <p:sldLayoutId id="2147484214" r:id="rId16"/>
    <p:sldLayoutId id="2147484215" r:id="rId17"/>
    <p:sldLayoutId id="2147484216" r:id="rId18"/>
    <p:sldLayoutId id="2147484217" r:id="rId19"/>
    <p:sldLayoutId id="2147484218" r:id="rId20"/>
    <p:sldLayoutId id="2147484219" r:id="rId21"/>
    <p:sldLayoutId id="2147484221" r:id="rId22"/>
    <p:sldLayoutId id="2147484222" r:id="rId23"/>
    <p:sldLayoutId id="2147484223" r:id="rId24"/>
    <p:sldLayoutId id="2147484224" r:id="rId25"/>
    <p:sldLayoutId id="2147484225" r:id="rId26"/>
    <p:sldLayoutId id="2147484226" r:id="rId27"/>
    <p:sldLayoutId id="2147484244" r:id="rId28"/>
    <p:sldLayoutId id="2147484389" r:id="rId29"/>
    <p:sldLayoutId id="2147484393" r:id="rId30"/>
    <p:sldLayoutId id="2147484231" r:id="rId31"/>
    <p:sldLayoutId id="2147484232" r:id="rId32"/>
    <p:sldLayoutId id="2147484233" r:id="rId33"/>
    <p:sldLayoutId id="2147484234" r:id="rId34"/>
    <p:sldLayoutId id="2147484235" r:id="rId35"/>
    <p:sldLayoutId id="2147484236" r:id="rId36"/>
    <p:sldLayoutId id="2147484237" r:id="rId37"/>
    <p:sldLayoutId id="2147484238" r:id="rId38"/>
    <p:sldLayoutId id="2147484239" r:id="rId39"/>
    <p:sldLayoutId id="2147484240" r:id="rId40"/>
    <p:sldLayoutId id="2147484241" r:id="rId41"/>
    <p:sldLayoutId id="2147484242" r:id="rId42"/>
    <p:sldLayoutId id="2147484243" r:id="rId43"/>
  </p:sldLayoutIdLst>
  <p:txStyles>
    <p:titleStyle>
      <a:lvl1pPr algn="l" defTabSz="914400" eaLnBrk="1" hangingPunct="1" latinLnBrk="0" rtl="0">
        <a:lnSpc>
          <a:spcPct val="100000"/>
        </a:lnSpc>
        <a:spcBef>
          <a:spcPts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52000" latinLnBrk="0" marL="252000" rtl="0">
        <a:lnSpc>
          <a:spcPct val="100000"/>
        </a:lnSpc>
        <a:spcBef>
          <a:spcPts val="0"/>
        </a:spcBef>
        <a:buFont charset="0" panose="020B0604020202020204" pitchFamily="34"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52000" latinLnBrk="0" marL="504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52000" latinLnBrk="0" marL="756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52000" latinLnBrk="0" marL="1008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52000" latinLnBrk="0" marL="1260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1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Fakta om enhjøringer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Hva er en enhjøring?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Et mytisk dyr som ligner en hest</a:t>
            </a:r>
          </a:p>
          <a:p>
            <a:pPr lvl="0"/>
            <a:r>
              <a:rPr/>
              <a:t>Har vanligvis ett langt, spiralfomret horn i pannen</a:t>
            </a:r>
          </a:p>
          <a:p>
            <a:pPr lvl="0"/>
            <a:r>
              <a:rPr/>
              <a:t>Kjent fra eventyr, sagn og kunst i mange kulturer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Symbolikk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Enhjøringen symboliserer ofte:</a:t>
            </a:r>
          </a:p>
          <a:p>
            <a:pPr lvl="1"/>
            <a:r>
              <a:rPr/>
              <a:t>Renhet</a:t>
            </a:r>
          </a:p>
          <a:p>
            <a:pPr lvl="1"/>
            <a:r>
              <a:rPr/>
              <a:t>Magi</a:t>
            </a:r>
          </a:p>
          <a:p>
            <a:pPr lvl="1"/>
            <a:r>
              <a:rPr/>
              <a:t>Sjeldne og spesielle krefter</a:t>
            </a:r>
          </a:p>
          <a:p>
            <a:pPr lvl="0"/>
            <a:r>
              <a:rPr/>
              <a:t>I middelalderen ble den sett på som et edelt og mystisk dyr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Enhjøringer i dag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Populære i bøker, filmer og sexleketøy</a:t>
            </a:r>
          </a:p>
          <a:p>
            <a:pPr lvl="0"/>
            <a:r>
              <a:rPr/>
              <a:t>Brukes ofte som symbol på fantasi og kreativitet</a:t>
            </a:r>
          </a:p>
          <a:p>
            <a:pPr lvl="0"/>
            <a:r>
              <a:rPr/>
              <a:t>Finnes i leker, klær og dekorasjoner for barn og voksne</a:t>
            </a:r>
          </a:p>
        </p:txBody>
      </p:sp>
    </p:spTree>
  </p:cSld>
</p:sld>
</file>

<file path=ppt/theme/theme1.xml><?xml version="1.0" encoding="utf-8"?>
<a:theme xmlns:a="http://schemas.openxmlformats.org/drawingml/2006/main" name="Fargetema Bark/Blåveis">
  <a:themeElements>
    <a:clrScheme name="Telemark fylkeskommune bark-blåveis">
      <a:dk1>
        <a:srgbClr val="000000"/>
      </a:dk1>
      <a:lt1>
        <a:srgbClr val="FFFFFF"/>
      </a:lt1>
      <a:dk2>
        <a:srgbClr val="996954"/>
      </a:dk2>
      <a:lt2>
        <a:srgbClr val="414681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937F7B0D-F124-423C-B45E-1FCCD579C20F}"/>
    </a:ext>
  </a:extLst>
</a:theme>
</file>

<file path=ppt/theme/theme2.xml><?xml version="1.0" encoding="utf-8"?>
<a:theme xmlns:a="http://schemas.openxmlformats.org/drawingml/2006/main" name="Fargetema Vann/Himmel">
  <a:themeElements>
    <a:clrScheme name="Telemark fylkeskommune vann-himmel">
      <a:dk1>
        <a:srgbClr val="000000"/>
      </a:dk1>
      <a:lt1>
        <a:srgbClr val="FFFFFF"/>
      </a:lt1>
      <a:dk2>
        <a:srgbClr val="005462"/>
      </a:dk2>
      <a:lt2>
        <a:srgbClr val="009BC2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9FF878A6-7366-4924-9EA0-AA54D9CE8858}"/>
    </a:ext>
  </a:extLst>
</a:theme>
</file>

<file path=ppt/theme/theme3.xml><?xml version="1.0" encoding="utf-8"?>
<a:theme xmlns:a="http://schemas.openxmlformats.org/drawingml/2006/main" name="Fargetema Gran/Gress">
  <a:themeElements>
    <a:clrScheme name="Telemark fylkeskommune gran-gress">
      <a:dk1>
        <a:srgbClr val="000000"/>
      </a:dk1>
      <a:lt1>
        <a:srgbClr val="FFFFFF"/>
      </a:lt1>
      <a:dk2>
        <a:srgbClr val="2F7542"/>
      </a:dk2>
      <a:lt2>
        <a:srgbClr val="1F9562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32AF4618-70C8-4333-8688-10288E37B38C}"/>
    </a:ext>
  </a:extLst>
</a:theme>
</file>

<file path=ppt/theme/theme4.xml><?xml version="1.0" encoding="utf-8"?>
<a:theme xmlns:a="http://schemas.openxmlformats.org/drawingml/2006/main" name="Fargetema Siv/Nype">
  <a:themeElements>
    <a:clrScheme name="Telemark fylkeskommune siv-nype">
      <a:dk1>
        <a:srgbClr val="000000"/>
      </a:dk1>
      <a:lt1>
        <a:srgbClr val="FFFFFF"/>
      </a:lt1>
      <a:dk2>
        <a:srgbClr val="BC7726"/>
      </a:dk2>
      <a:lt2>
        <a:srgbClr val="B7173D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BF3E8A5D-7F32-4258-89B4-99332367FC13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Blåveis</Template>
  <TotalTime>0</TotalTime>
  <Words>1167</Words>
  <Application>Microsoft Macintosh PowerPoint</Application>
  <PresentationFormat>Widescreen</PresentationFormat>
  <Paragraphs>74</Paragraphs>
  <Slides>9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Courier New</vt:lpstr>
      <vt:lpstr>WordVisi_MSFontService</vt:lpstr>
      <vt:lpstr>WordVisiCarriageReturn_MSFontService</vt:lpstr>
      <vt:lpstr>Fargetema Bark/Blåveis</vt:lpstr>
      <vt:lpstr>Fargetema Vann/Himmel</vt:lpstr>
      <vt:lpstr>Fargetema Gran/Gress</vt:lpstr>
      <vt:lpstr>Fargetema Siv/Nype</vt:lpstr>
      <vt:lpstr>PowerPoint Presentation</vt:lpstr>
      <vt:lpstr>PowerPoint Presentation</vt:lpstr>
      <vt:lpstr>PowerPoint Presentation</vt:lpstr>
      <vt:lpstr>Introduksjon og oversikt</vt:lpstr>
      <vt:lpstr>Lysbildeoppsett</vt:lpstr>
      <vt:lpstr>Tekst og innhold</vt:lpstr>
      <vt:lpstr>Bilder</vt:lpstr>
      <vt:lpstr>Universell utforming – generelt</vt:lpstr>
      <vt:lpstr>Universell utforming – bilder og grafikk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2026-08-13T11:38:21Z</dcterms:created>
  <dcterms:modified xsi:type="dcterms:W3CDTF">2026-08-13T11:38:21Z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