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4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4147" r:id="rId4"/>
    <p:sldMasterId id="2147484251" r:id="rId5"/>
    <p:sldMasterId id="2147484297" r:id="rId6"/>
    <p:sldMasterId id="214748434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nb-NO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08DCA182-A3E4-8742-9FB1-505BE18E05BA}" name="INNHOLD">
          <p14:sldIdLst>
            <p14:sldId id="296"/>
            <p14:sldId id="298"/>
            <p14:sldId id="291"/>
          </p14:sldIdLst>
        </p14:section>
        <p14:section id="{C6E751CD-F2B5-184F-8E84-952E13E76DD1}" name="BRUKERVEILEDNING">
          <p14:sldIdLst>
            <p14:sldId id="287"/>
            <p14:sldId id="288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ddels stil 2 – uthevin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ddels stil 2 – uthevin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ddels stil 2 – uthev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ddels stil 2 – uthev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486"/>
    <p:restoredTop autoAdjust="0" sz="94795"/>
  </p:normalViewPr>
  <p:slideViewPr>
    <p:cSldViewPr snapToGrid="0">
      <p:cViewPr varScale="1">
        <p:scale>
          <a:sx d="100" n="120"/>
          <a:sy d="100" n="120"/>
        </p:scale>
        <p:origin x="808" y="192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80"/>
        <a:sy d="100" n="80"/>
      </p:scale>
      <p:origin x="0" y="0"/>
    </p:cViewPr>
  </p:sorterViewPr>
  <p:notesViewPr>
    <p:cSldViewPr snapToGrid="0">
      <p:cViewPr varScale="1">
        <p:scale>
          <a:sx d="100" n="99"/>
          <a:sy d="100" n="99"/>
        </p:scale>
        <p:origin x="3728" y="17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handoutMaster" Target="handoutMasters/handoutMaster1.xml" /><Relationship Id="rId3" Type="http://schemas.openxmlformats.org/officeDocument/2006/relationships/customXml" Target="../customXml/item3.xml" /><Relationship Id="rId18" Type="http://schemas.openxmlformats.org/officeDocument/2006/relationships/theme" Target="theme/theme1.xml" /><Relationship Id="rId7" Type="http://schemas.openxmlformats.org/officeDocument/2006/relationships/slideMaster" Target="slideMasters/slideMaster4.xml" /><Relationship Id="rId2" Type="http://schemas.openxmlformats.org/officeDocument/2006/relationships/customXml" Target="../customXml/item2.xml" /><Relationship Id="rId17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Master" Target="slideMasters/slideMaster3.xml" /><Relationship Id="rId5" Type="http://schemas.openxmlformats.org/officeDocument/2006/relationships/slideMaster" Target="slideMasters/slideMaster2.xml" /><Relationship Id="rId20" Type="http://schemas.microsoft.com/office/2015/10/relationships/revisionInfo" Target="revisionInfo.xml" /><Relationship Id="rId16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1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81256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C158C9B-2C6A-D6D8-A1DD-8D60A254E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/>
              <a:t>Klikk for å skrive tittelen</a:t>
            </a:r>
          </a:p>
        </p:txBody>
      </p:sp>
    </p:spTree>
    <p:extLst>
      <p:ext uri="{BB962C8B-B14F-4D97-AF65-F5344CB8AC3E}">
        <p14:creationId xmlns:p14="http://schemas.microsoft.com/office/powerpoint/2010/main" val="24586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21444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0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961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24451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1373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277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4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0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9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3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9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2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823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2133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</p:spTree>
    <p:extLst>
      <p:ext uri="{BB962C8B-B14F-4D97-AF65-F5344CB8AC3E}">
        <p14:creationId xmlns:p14="http://schemas.microsoft.com/office/powerpoint/2010/main" val="4139036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noProof="0" dirty="0"/>
              <a:t>Klikk for å legge til tekst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69958-D876-D67C-783C-240E2BE13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TekstSylinder 6">
            <a:extLst>
              <a:ext uri="{FF2B5EF4-FFF2-40B4-BE49-F238E27FC236}">
                <a16:creationId xmlns:a16="http://schemas.microsoft.com/office/drawing/2014/main" id="{5768A83D-B7F2-1357-4F15-E945F9235D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11" name="Picture 10" descr="Skjermdump med oversikt over noen av ikonsidene i malen">
            <a:extLst>
              <a:ext uri="{FF2B5EF4-FFF2-40B4-BE49-F238E27FC236}">
                <a16:creationId xmlns:a16="http://schemas.microsoft.com/office/drawing/2014/main" id="{E47A7E56-7453-AC9C-7149-9B27F453B8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06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19503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840475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424C4092-E135-D711-25C7-83096E163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maske over symbol">
            <a:extLst>
              <a:ext uri="{FF2B5EF4-FFF2-40B4-BE49-F238E27FC236}">
                <a16:creationId xmlns:a16="http://schemas.microsoft.com/office/drawing/2014/main" id="{8DA38962-B34A-7C2C-E110-91C1C8922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023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E1271B20-F563-0911-B4EF-E60F3BCECB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332007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5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1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02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5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6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3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09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31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5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8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00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A6F62AF3-8440-C96A-3D4E-CF6022F0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C78B0418-7DD3-C5BF-8EA3-4EE50EA096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81C7DE2E-9318-DBD7-D47B-1FF8313F92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3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7913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98344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6B84D7E3-19EB-1F65-7BE4-8C1A71980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579ABA95-3B8A-DDC7-8782-686FD5C57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FBDC5F1B-60FF-1CF9-57CE-A4C43346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F3AA8AF8-1AED-3417-E8F8-AE4C01C0C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B684E234-F6A0-83B7-DB7B-FD873E3DF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E741A080-DDF7-2068-A04A-3DDCBE74D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963A2D50-B3D5-A610-0F18-2FDEEE4F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DB5A2E05-EC81-FBBA-1600-A6ABEC75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FC7F5452-594F-2BA7-8E80-F713C667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AAAD464A-D0B9-62E9-3DF1-4C160130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76C052EB-0F27-A16E-1D47-175B8228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98859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2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54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58722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2B1BD22C-A77B-6BD5-3D34-EE7FF4BDD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1DBE9674-3693-C356-A540-440D0D1CCB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2810F0C-B15F-925B-EC10-ECD57EE48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81D754B-CCBB-5BDF-F48E-C3BB2E121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7607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6DFE7F4E-1058-3040-A42C-0AE2AAA04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B1527E7F-8389-681C-B642-203E673EB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ED0F2040-0010-686C-BCF1-9A2C2D58E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951B6E05-7E5D-41A4-C33C-4710E5AB9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409879AF-2F38-BB31-4892-BDF1CE47B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4E8F5ACE-3ACA-B92E-E5AD-39BD7925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E4AF6FEF-D223-269E-BF1D-4BC75BD5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4203"/>
            <a:ext cx="1047098" cy="10470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Oval 51">
            <a:extLst>
              <a:ext uri="{FF2B5EF4-FFF2-40B4-BE49-F238E27FC236}">
                <a16:creationId xmlns:a16="http://schemas.microsoft.com/office/drawing/2014/main" id="{E10B81F5-E0D8-281B-1683-420738B63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7070"/>
            <a:ext cx="1047598" cy="10476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Freeform 52">
            <a:extLst>
              <a:ext uri="{FF2B5EF4-FFF2-40B4-BE49-F238E27FC236}">
                <a16:creationId xmlns:a16="http://schemas.microsoft.com/office/drawing/2014/main" id="{82053891-2AE3-87B8-D7E8-CDE827B2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2" name="Rectangle 53">
            <a:extLst>
              <a:ext uri="{FF2B5EF4-FFF2-40B4-BE49-F238E27FC236}">
                <a16:creationId xmlns:a16="http://schemas.microsoft.com/office/drawing/2014/main" id="{F5E81982-ACF9-84F4-2074-8FC698EC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C0C25A-3264-4F78-3085-49103C800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87897E1C-EF32-5151-796F-EB2A38DA4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3CA84E73-9AF4-7C23-A8A9-490D9706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0854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831969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79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135191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59810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0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02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598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35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5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13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941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02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154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10000"/>
              <a:lumOff val="9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10000"/>
              <a:lumOff val="9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71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35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0353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17951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34352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50000"/>
              <a:lumOff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2F5F8-D9E9-E317-333C-B8B0B587B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FDB399B4-55D7-64D0-9D3E-695D1524E1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F9352794-A0CF-E157-6259-CA3DC97B7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15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30267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171197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185E662F-6C5A-A9A0-BA9C-E3AA31904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maske over symbol">
            <a:extLst>
              <a:ext uri="{FF2B5EF4-FFF2-40B4-BE49-F238E27FC236}">
                <a16:creationId xmlns:a16="http://schemas.microsoft.com/office/drawing/2014/main" id="{6E5D8ADA-B672-3938-D4EE-5E336865F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88182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46D8553-2E32-42E9-3349-93A1C200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04789FF-93DB-EFF5-1DC8-C3A3B55B8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011B72A-DAD1-E38B-CDFE-50BD40724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5ACC8F59-D145-18CA-7549-994A74A3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F7509832-16C8-657D-3CDE-2E26D630D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tekst 13">
            <a:extLst>
              <a:ext uri="{FF2B5EF4-FFF2-40B4-BE49-F238E27FC236}">
                <a16:creationId xmlns:a16="http://schemas.microsoft.com/office/drawing/2014/main" id="{FB63649F-BC28-37D3-33F5-05B6BB61B4D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763927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9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8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7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1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57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00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23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67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42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11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D687776E-2701-931B-533E-D581767A8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8213B0F8-76E6-8CB3-D957-46888E348B0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47AE3DA7-F033-7BC1-33FA-2ACC0AD00B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72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6E2A1F1-57D8-79EA-7902-B70503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157914" y="2872569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065CF8C-E32F-5E56-D186-CC1A05961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61516" y="1025768"/>
            <a:ext cx="1846800" cy="18468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96C672D3-23A9-AD89-B7BD-7C7027BB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1025768"/>
            <a:ext cx="1846800" cy="1846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3433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9">
            <a:extLst>
              <a:ext uri="{FF2B5EF4-FFF2-40B4-BE49-F238E27FC236}">
                <a16:creationId xmlns:a16="http://schemas.microsoft.com/office/drawing/2014/main" id="{99E95910-09FF-430A-E898-A33118B29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8" name="Freeform 24">
            <a:extLst>
              <a:ext uri="{FF2B5EF4-FFF2-40B4-BE49-F238E27FC236}">
                <a16:creationId xmlns:a16="http://schemas.microsoft.com/office/drawing/2014/main" id="{AF42DD40-56E2-A39B-78A7-3F0F4816F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ECB503CA-E8C1-E1AA-E23B-AD384EFB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84AB1C62-C9BA-46A2-047A-AF10DE79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45D5F3A4-0E58-D3C3-C775-C10019D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Freeform 28">
            <a:extLst>
              <a:ext uri="{FF2B5EF4-FFF2-40B4-BE49-F238E27FC236}">
                <a16:creationId xmlns:a16="http://schemas.microsoft.com/office/drawing/2014/main" id="{62B1B1C8-61FC-CBE1-056C-ADD11505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Freeform 30">
            <a:extLst>
              <a:ext uri="{FF2B5EF4-FFF2-40B4-BE49-F238E27FC236}">
                <a16:creationId xmlns:a16="http://schemas.microsoft.com/office/drawing/2014/main" id="{0316B5B8-D106-D84F-F1A5-0AE31349E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5" name="Freeform 31">
            <a:extLst>
              <a:ext uri="{FF2B5EF4-FFF2-40B4-BE49-F238E27FC236}">
                <a16:creationId xmlns:a16="http://schemas.microsoft.com/office/drawing/2014/main" id="{14F297AA-ACCF-25E3-FD00-57C614361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33">
            <a:extLst>
              <a:ext uri="{FF2B5EF4-FFF2-40B4-BE49-F238E27FC236}">
                <a16:creationId xmlns:a16="http://schemas.microsoft.com/office/drawing/2014/main" id="{EB366B7A-3E0F-075A-A2CA-6FA89D033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Oval 33">
            <a:extLst>
              <a:ext uri="{FF2B5EF4-FFF2-40B4-BE49-F238E27FC236}">
                <a16:creationId xmlns:a16="http://schemas.microsoft.com/office/drawing/2014/main" id="{424734EE-535B-F01D-E996-05CDD908D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C1A8CBA3-358A-F3C2-A2E9-CAB175EBE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964431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82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77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24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74837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4286D6FB-2402-6AA8-3E66-606BFF77F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Tittel 2">
            <a:extLst>
              <a:ext uri="{FF2B5EF4-FFF2-40B4-BE49-F238E27FC236}">
                <a16:creationId xmlns:a16="http://schemas.microsoft.com/office/drawing/2014/main" id="{AE6A4C3C-F39F-1698-2475-B5776E1743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3A2525BF-6738-F7D7-EB91-FE25C3DC4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311C453D-6EFF-4F9A-151F-CFC10619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6368C81D-BB5A-127F-5D49-BB0888158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C8E50B76-BC35-B3CA-72C5-3964BCE12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4F21999B-51C1-C5F5-065B-38B5196F9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6" name="Oval 11">
            <a:extLst>
              <a:ext uri="{FF2B5EF4-FFF2-40B4-BE49-F238E27FC236}">
                <a16:creationId xmlns:a16="http://schemas.microsoft.com/office/drawing/2014/main" id="{4057E40E-2499-7957-B152-3E43AAD3E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7" name="Freeform 4">
            <a:extLst>
              <a:ext uri="{FF2B5EF4-FFF2-40B4-BE49-F238E27FC236}">
                <a16:creationId xmlns:a16="http://schemas.microsoft.com/office/drawing/2014/main" id="{F7E1F714-CCF4-8475-5F2E-2FCF454C1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E0E05DA9-B215-0207-8EFF-82607468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B9F0ED29-2983-C815-995C-8A6565D82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0" name="Oval 51">
            <a:extLst>
              <a:ext uri="{FF2B5EF4-FFF2-40B4-BE49-F238E27FC236}">
                <a16:creationId xmlns:a16="http://schemas.microsoft.com/office/drawing/2014/main" id="{082C21EE-24F8-D263-0C35-7792A1B5B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1" name="Freeform 52">
            <a:extLst>
              <a:ext uri="{FF2B5EF4-FFF2-40B4-BE49-F238E27FC236}">
                <a16:creationId xmlns:a16="http://schemas.microsoft.com/office/drawing/2014/main" id="{F384C316-809C-BD63-8113-481F09DA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F18CC38F-A117-BFA2-CA59-B23FD0C2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Rectangle 23">
            <a:extLst>
              <a:ext uri="{FF2B5EF4-FFF2-40B4-BE49-F238E27FC236}">
                <a16:creationId xmlns:a16="http://schemas.microsoft.com/office/drawing/2014/main" id="{F5DC655A-BECD-3D3A-9645-8F39DF0E8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1B8B729B-724F-610D-6A1D-0E9C98417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C26DAA7-3427-0EDD-A9C1-008E72EBD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30610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44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405478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02727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3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3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453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1000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7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98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38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18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08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34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625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07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672460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69098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2229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DBD473-9FDD-BE22-CCFF-BBB92F710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E50A1EE7-8A48-1D38-7AEF-698340F94C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A630EAA6-AC3A-8FAC-B1D0-34EB4A2D69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1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13473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3198505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8345088F-EC9B-4DA1-3803-94A0279B8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F17FCAF3-C470-D372-CD81-A68B401F6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117383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BE5790B-6095-8AE4-3D30-3E03CE12E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41EFEFB1-E40A-B379-494C-43D7DA0D2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8A99F645-7D91-5B05-3FBD-A682C803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E769B00-DD47-B3BD-13A1-F07EB375D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BBE27638-A03B-C25A-2DFC-484091265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21" name="Plassholder for bilde 11">
            <a:extLst>
              <a:ext uri="{FF2B5EF4-FFF2-40B4-BE49-F238E27FC236}">
                <a16:creationId xmlns:a16="http://schemas.microsoft.com/office/drawing/2014/main" id="{1EF8F995-53C7-DE2D-A2E3-584A57F713E8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901240B7-00E0-271E-6A5D-07642FA4A7DF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C28ECB4E-0F6D-59BD-9C9B-EAD0FD5B21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524492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4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01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30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15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24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7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8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7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0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4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17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71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E4058A2D-F892-946F-10B7-B5291D20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7649734-BA46-AE95-94BE-706B862E0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D09882C8-BE56-F7B7-F008-210B5B9787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1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Kun tek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9">
            <a:extLst>
              <a:ext uri="{FF2B5EF4-FFF2-40B4-BE49-F238E27FC236}">
                <a16:creationId xmlns:a16="http://schemas.microsoft.com/office/drawing/2014/main" id="{DB82988C-3637-18CC-6020-135E6C77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82706CD1-9622-BDF5-A58E-89C5024D14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5" name="Tittel 4">
            <a:extLst>
              <a:ext uri="{FF2B5EF4-FFF2-40B4-BE49-F238E27FC236}">
                <a16:creationId xmlns:a16="http://schemas.microsoft.com/office/drawing/2014/main" id="{0534C42F-7EB9-43CA-9B50-33A4134E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E9FAEB8A-3D5B-EEAC-7D1C-9B0BD8468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8157915" y="1025768"/>
            <a:ext cx="3697200" cy="3697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FFF20869-55B1-C157-69D8-311EF31E7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59715" y="4722968"/>
            <a:ext cx="1846800" cy="1846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55150C5A-8158-241F-BF5F-370F32BA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008316" y="4722968"/>
            <a:ext cx="1846800" cy="18468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7771771C-2AC4-132D-DF39-6D5F713C6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9E9EB7F-855D-A44B-B6C0-656D9B0CE6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266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Kun tek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31ED7D5-B129-FE91-5669-F61D8CA14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7" name="Freeform 24">
            <a:extLst>
              <a:ext uri="{FF2B5EF4-FFF2-40B4-BE49-F238E27FC236}">
                <a16:creationId xmlns:a16="http://schemas.microsoft.com/office/drawing/2014/main" id="{80F1785E-6A62-6183-AB01-F7563A353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7701" y="47229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E28DA055-BC2E-D6FE-BC69-910198648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82003" y="3798011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26">
            <a:extLst>
              <a:ext uri="{FF2B5EF4-FFF2-40B4-BE49-F238E27FC236}">
                <a16:creationId xmlns:a16="http://schemas.microsoft.com/office/drawing/2014/main" id="{6CBA9BEE-2E45-68FB-A46B-9947ACC35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82003" y="4722967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FD8D616A-DB93-ACA7-8ECA-4990A3BC0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10929915" y="1947704"/>
            <a:ext cx="925200" cy="925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C624BD69-5BDA-1878-B4CF-35008DD26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6515" y="4721167"/>
            <a:ext cx="1850400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2" name="Freeform 30">
            <a:extLst>
              <a:ext uri="{FF2B5EF4-FFF2-40B4-BE49-F238E27FC236}">
                <a16:creationId xmlns:a16="http://schemas.microsoft.com/office/drawing/2014/main" id="{2AED6B8A-EF5C-64B5-4458-BF07D80A3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006304" y="3797199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941AEC92-ECB9-74E2-9086-E9CC18A7D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004716" y="2871316"/>
            <a:ext cx="925200" cy="92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4" name="Oval 33">
            <a:extLst>
              <a:ext uri="{FF2B5EF4-FFF2-40B4-BE49-F238E27FC236}">
                <a16:creationId xmlns:a16="http://schemas.microsoft.com/office/drawing/2014/main" id="{C4D8F94E-2F8E-57D7-77B0-A0837A926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929915" y="1023504"/>
            <a:ext cx="925200" cy="9252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15" name="Oval 33">
            <a:extLst>
              <a:ext uri="{FF2B5EF4-FFF2-40B4-BE49-F238E27FC236}">
                <a16:creationId xmlns:a16="http://schemas.microsoft.com/office/drawing/2014/main" id="{DA94BBCD-1F80-469D-5764-229B4B1B3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005492" y="1946616"/>
            <a:ext cx="925200" cy="92520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EBA85C54-8EC1-7929-BDE0-D01E04D89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9915" y="2873768"/>
            <a:ext cx="925200" cy="18468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2E28A0CB-E93D-A9E3-E987-E8DBA1A6435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D964E684-3D5F-10E9-94E1-4FA00E767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6220143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stor tittel på farget bakgrunn</a:t>
            </a:r>
          </a:p>
        </p:txBody>
      </p:sp>
      <p:sp>
        <p:nvSpPr>
          <p:cNvPr id="6" name="Plassholder for tekst 3">
            <a:extLst>
              <a:ext uri="{FF2B5EF4-FFF2-40B4-BE49-F238E27FC236}">
                <a16:creationId xmlns:a16="http://schemas.microsoft.com/office/drawing/2014/main" id="{D5923CD8-11EC-B49C-AD2C-538D51AD1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5" name="Plassholder for tekst 3">
            <a:extLst>
              <a:ext uri="{FF2B5EF4-FFF2-40B4-BE49-F238E27FC236}">
                <a16:creationId xmlns:a16="http://schemas.microsoft.com/office/drawing/2014/main" id="{15342323-D7FF-2B10-CEA8-08616D6ADF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6220143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2612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E2840E63-141E-3B8A-879F-065A885D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5969757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3" name="Logo" descr="Telemark fylkeskommune logo.">
            <a:extLst>
              <a:ext uri="{FF2B5EF4-FFF2-40B4-BE49-F238E27FC236}">
                <a16:creationId xmlns:a16="http://schemas.microsoft.com/office/drawing/2014/main" id="{D7D5C145-EF13-B785-1219-70BF943DA10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FC2DC358-FC57-E5B4-7A61-5BCC4D8FAD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5055029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8" name="Plassholder for bilde 11">
            <a:extLst>
              <a:ext uri="{FF2B5EF4-FFF2-40B4-BE49-F238E27FC236}">
                <a16:creationId xmlns:a16="http://schemas.microsoft.com/office/drawing/2014/main" id="{86D10D41-8134-8ADF-305D-DD2D6D189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06640" y="1025768"/>
            <a:ext cx="5544000" cy="5544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3DCF646B-B6D9-DF15-629A-C1F6027CB4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94110535-FAEF-7269-FC00-E47FDBA778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98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Tekst og bil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9">
            <a:extLst>
              <a:ext uri="{FF2B5EF4-FFF2-40B4-BE49-F238E27FC236}">
                <a16:creationId xmlns:a16="http://schemas.microsoft.com/office/drawing/2014/main" id="{6D484E3C-8A1C-A884-A23A-DFB573C73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883" y="102576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pic>
        <p:nvPicPr>
          <p:cNvPr id="6" name="Logo" descr="Telemark fylkeskommune logo.">
            <a:extLst>
              <a:ext uri="{FF2B5EF4-FFF2-40B4-BE49-F238E27FC236}">
                <a16:creationId xmlns:a16="http://schemas.microsoft.com/office/drawing/2014/main" id="{3D18E041-5827-D0B3-A925-326417A4BA3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4" name="Tittel 4">
            <a:extLst>
              <a:ext uri="{FF2B5EF4-FFF2-40B4-BE49-F238E27FC236}">
                <a16:creationId xmlns:a16="http://schemas.microsoft.com/office/drawing/2014/main" id="{E234DF4A-8907-176A-A7A8-68DFA1BA24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53" y="1610769"/>
            <a:ext cx="5055029" cy="2141930"/>
          </a:xfrm>
        </p:spPr>
        <p:txBody>
          <a:bodyPr anchor="t">
            <a:noAutofit/>
          </a:bodyPr>
          <a:lstStyle>
            <a:lvl1pPr>
              <a:lnSpc>
                <a:spcPts val="5000"/>
              </a:lnSpc>
              <a:defRPr sz="4600"/>
            </a:lvl1pPr>
          </a:lstStyle>
          <a:p>
            <a:r>
              <a:rPr lang="nb-NO" dirty="0"/>
              <a:t>Standard forside med bildemulighet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28BA5A49-13EB-6441-B144-F893251DBD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5652" y="3991624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10" name="Plassholder for tekst 3">
            <a:extLst>
              <a:ext uri="{FF2B5EF4-FFF2-40B4-BE49-F238E27FC236}">
                <a16:creationId xmlns:a16="http://schemas.microsoft.com/office/drawing/2014/main" id="{0FCE4B46-55EB-A5F7-4DB3-9ADEA0C6EC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5652" y="5983834"/>
            <a:ext cx="5055029" cy="33649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C47E1E8D-7040-9DAD-C0FB-FC5BA96D542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311116" y="1025768"/>
            <a:ext cx="5544000" cy="5544000"/>
          </a:xfrm>
          <a:custGeom>
            <a:avLst/>
            <a:gdLst>
              <a:gd name="connsiteX0" fmla="*/ 0 w 2477851"/>
              <a:gd name="connsiteY0" fmla="*/ 0 h 2474582"/>
              <a:gd name="connsiteX1" fmla="*/ 2477851 w 2477851"/>
              <a:gd name="connsiteY1" fmla="*/ 0 h 2474582"/>
              <a:gd name="connsiteX2" fmla="*/ 2477851 w 2477851"/>
              <a:gd name="connsiteY2" fmla="*/ 2474582 h 2474582"/>
              <a:gd name="connsiteX3" fmla="*/ 2474430 w 2477851"/>
              <a:gd name="connsiteY3" fmla="*/ 2474582 h 2474582"/>
              <a:gd name="connsiteX4" fmla="*/ 2240122 w 2477851"/>
              <a:gd name="connsiteY4" fmla="*/ 2463488 h 2474582"/>
              <a:gd name="connsiteX5" fmla="*/ 12628 w 2477851"/>
              <a:gd name="connsiteY5" fmla="*/ 250090 h 24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7851" h="2474582">
                <a:moveTo>
                  <a:pt x="0" y="0"/>
                </a:moveTo>
                <a:lnTo>
                  <a:pt x="2477851" y="0"/>
                </a:lnTo>
                <a:lnTo>
                  <a:pt x="2477851" y="2474582"/>
                </a:lnTo>
                <a:lnTo>
                  <a:pt x="2474430" y="2474582"/>
                </a:lnTo>
                <a:lnTo>
                  <a:pt x="2240122" y="2463488"/>
                </a:lnTo>
                <a:cubicBezTo>
                  <a:pt x="1066532" y="2351785"/>
                  <a:pt x="131596" y="1421548"/>
                  <a:pt x="12628" y="25009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 i formen</a:t>
            </a:r>
          </a:p>
        </p:txBody>
      </p:sp>
      <p:sp>
        <p:nvSpPr>
          <p:cNvPr id="8" name="Plassholder for tekst 6">
            <a:extLst>
              <a:ext uri="{FF2B5EF4-FFF2-40B4-BE49-F238E27FC236}">
                <a16:creationId xmlns:a16="http://schemas.microsoft.com/office/drawing/2014/main" id="{6A3FC62C-8FAC-97F2-4E2E-A17CE7DCC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126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Forside - Tekst og bil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 descr="Telemark fylkeskommune logo.">
            <a:extLst>
              <a:ext uri="{FF2B5EF4-FFF2-40B4-BE49-F238E27FC236}">
                <a16:creationId xmlns:a16="http://schemas.microsoft.com/office/drawing/2014/main" id="{FD0F007E-5ED6-78BD-2919-DC4A07C904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11" name="Tittel 10">
            <a:extLst>
              <a:ext uri="{FF2B5EF4-FFF2-40B4-BE49-F238E27FC236}">
                <a16:creationId xmlns:a16="http://schemas.microsoft.com/office/drawing/2014/main" id="{FB35BEAD-1392-8CE0-984A-A871C25CB9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83" y="1025165"/>
            <a:ext cx="3693600" cy="3693600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216000" tIns="216000" rIns="216000" bIns="216000" rtlCol="0" anchor="ctr" anchorCtr="0">
            <a:noAutofit/>
          </a:bodyPr>
          <a:lstStyle>
            <a:lvl1pPr>
              <a:lnSpc>
                <a:spcPts val="3900"/>
              </a:lnSpc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Standard forside med bilde-mulighet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E3BF613-DAD9-3ACE-B434-D04CAAC724D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336883" y="4718881"/>
            <a:ext cx="1846800" cy="1846800"/>
          </a:xfrm>
          <a:solidFill>
            <a:schemeClr val="bg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 sz="1600"/>
            </a:lvl1pPr>
          </a:lstStyle>
          <a:p>
            <a:pPr lvl="0"/>
            <a:r>
              <a:rPr lang="nb-NO" dirty="0"/>
              <a:t>Her kan det være en undertittel ved behov</a:t>
            </a:r>
          </a:p>
        </p:txBody>
      </p:sp>
      <p:sp>
        <p:nvSpPr>
          <p:cNvPr id="7" name="Plassholder for tekst 3">
            <a:extLst>
              <a:ext uri="{FF2B5EF4-FFF2-40B4-BE49-F238E27FC236}">
                <a16:creationId xmlns:a16="http://schemas.microsoft.com/office/drawing/2014/main" id="{7EA3C589-9082-BA99-ED4D-EC62D434CE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7331" y="592370"/>
            <a:ext cx="2033309" cy="200417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nb-NO" dirty="0" err="1"/>
              <a:t>Navn</a:t>
            </a:r>
            <a:r>
              <a:rPr lang="nb-NO" dirty="0"/>
              <a:t>, </a:t>
            </a:r>
            <a:r>
              <a:rPr lang="nb-NO" dirty="0" err="1"/>
              <a:t>dato</a:t>
            </a:r>
            <a:r>
              <a:rPr lang="nb-NO" dirty="0"/>
              <a:t>, </a:t>
            </a:r>
            <a:r>
              <a:rPr lang="nb-NO" dirty="0" err="1"/>
              <a:t>sted</a:t>
            </a:r>
            <a:endParaRPr lang="nb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3D5A955D-45A8-3E8E-DD14-618C9A736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2183534" y="4718732"/>
            <a:ext cx="1847097" cy="18468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ECEB6764-F913-C32F-2064-C68029038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26703" y="1025768"/>
            <a:ext cx="7832192" cy="553991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på ikonet for å sette inn bilde</a:t>
            </a:r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90943251-7A65-C65B-7699-1573BA7925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45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ssholder for tekst 7">
            <a:extLst>
              <a:ext uri="{FF2B5EF4-FFF2-40B4-BE49-F238E27FC236}">
                <a16:creationId xmlns:a16="http://schemas.microsoft.com/office/drawing/2014/main" id="{689A0625-6F37-0D75-7D24-CA8AAB795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653" y="400049"/>
            <a:ext cx="7971587" cy="321789"/>
          </a:xfrm>
        </p:spPr>
        <p:txBody>
          <a:bodyPr>
            <a:noAutofit/>
          </a:bodyPr>
          <a:lstStyle>
            <a:lvl1pPr marL="0" indent="0">
              <a:buNone/>
              <a:defRPr lang="nb-NO" sz="1000" b="0" i="0" u="none" strike="noStrike" baseline="0" smtClean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Eventuelt tema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9FB40598-7154-BF7E-3BCF-13C16E774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5649" y="890325"/>
            <a:ext cx="11039856" cy="52322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nb-NO" sz="3400"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lnSpc>
                <a:spcPct val="100000"/>
              </a:lnSpc>
              <a:buFont typeface="Arial" panose="020B0604020202020204" pitchFamily="34" charset="0"/>
            </a:pPr>
            <a:r>
              <a:rPr lang="nb-NO" dirty="0"/>
              <a:t>Agenda</a:t>
            </a:r>
          </a:p>
        </p:txBody>
      </p:sp>
      <p:sp>
        <p:nvSpPr>
          <p:cNvPr id="2" name="Plassholder for tekst 3">
            <a:extLst>
              <a:ext uri="{FF2B5EF4-FFF2-40B4-BE49-F238E27FC236}">
                <a16:creationId xmlns:a16="http://schemas.microsoft.com/office/drawing/2014/main" id="{879B2A10-8A13-1E3A-C06F-EB263366A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0" y="1781481"/>
            <a:ext cx="7971592" cy="4494823"/>
          </a:xfrm>
        </p:spPr>
        <p:txBody>
          <a:bodyPr/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400" b="0"/>
            </a:lvl1pPr>
          </a:lstStyle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 err="1"/>
              <a:t>Kapittel</a:t>
            </a:r>
            <a:endParaRPr lang="nb-NO" dirty="0"/>
          </a:p>
          <a:p>
            <a:pPr lvl="0"/>
            <a:r>
              <a:rPr lang="nb-NO" dirty="0"/>
              <a:t>...</a:t>
            </a:r>
          </a:p>
          <a:p>
            <a:pPr lvl="0"/>
            <a:endParaRPr lang="nb-NO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A37BE11A-8612-8AE7-3885-C0A0E14CD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607455" y="1781481"/>
            <a:ext cx="2247660" cy="224741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29B0584A-2760-8F53-C131-6B53EE27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607883" y="4029072"/>
            <a:ext cx="2247413" cy="2247052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71693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inndeler - Tek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728E6547-112D-4BF6-A515-EAF136A0B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7335" y="294420"/>
            <a:ext cx="11518232" cy="628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A6F878-9DB0-0F3D-F8F3-76D6D9FCB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665165" y="294420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088866-D4A5-AB0B-2827-34A9A761F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665668" y="3435491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30F2464-A98B-955F-3B04-CC068C08A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4309" y="4481219"/>
            <a:ext cx="2095200" cy="20952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0336-C3B1-EEB5-FB7A-CF12AF01C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807967" y="2387891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248E8FE6-DE7B-E776-09D0-817ECDE3D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5667" y="552932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CFB6C54B-3315-D4E2-2CB3-0A432F86B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0366" y="294421"/>
            <a:ext cx="2095202" cy="20952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08386E7-F5DF-2F61-FE0D-A45D70B3F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294420"/>
            <a:ext cx="1047600" cy="1047600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11" name="Oval 21">
            <a:extLst>
              <a:ext uri="{FF2B5EF4-FFF2-40B4-BE49-F238E27FC236}">
                <a16:creationId xmlns:a16="http://schemas.microsoft.com/office/drawing/2014/main" id="{9C48C74D-624D-E6E2-2063-3DF34AC63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7665167" y="2388700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BE7E7C8D-12A4-02AB-D253-58E14146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7665667" y="4482615"/>
            <a:ext cx="1047098" cy="104709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1" name="Oval 51">
            <a:extLst>
              <a:ext uri="{FF2B5EF4-FFF2-40B4-BE49-F238E27FC236}">
                <a16:creationId xmlns:a16="http://schemas.microsoft.com/office/drawing/2014/main" id="{634D12BF-F3FE-9E71-7EBB-C0D6F359C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8712147" y="3435491"/>
            <a:ext cx="1047598" cy="10476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4" name="Rectangle 53">
            <a:extLst>
              <a:ext uri="{FF2B5EF4-FFF2-40B4-BE49-F238E27FC236}">
                <a16:creationId xmlns:a16="http://schemas.microsoft.com/office/drawing/2014/main" id="{829DA329-F2A5-2FB5-7A69-ED912B297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712147" y="2389910"/>
            <a:ext cx="1047098" cy="10470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90328D3B-5F56-A924-43BA-FE87F57BB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9760367" y="3435491"/>
            <a:ext cx="1047600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927C7CEC-C01B-363B-70CB-C3F5CEB8D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>
            <a:off x="10807967" y="4481219"/>
            <a:ext cx="1047600" cy="2095200"/>
          </a:xfrm>
          <a:custGeom>
            <a:avLst/>
            <a:gdLst>
              <a:gd name="connsiteX0" fmla="*/ 1 w 2743200"/>
              <a:gd name="connsiteY0" fmla="*/ 0 h 5485182"/>
              <a:gd name="connsiteX1" fmla="*/ 2729037 w 2743200"/>
              <a:gd name="connsiteY1" fmla="*/ 2462724 h 5485182"/>
              <a:gd name="connsiteX2" fmla="*/ 2743040 w 2743200"/>
              <a:gd name="connsiteY2" fmla="*/ 2740024 h 5485182"/>
              <a:gd name="connsiteX3" fmla="*/ 2743199 w 2743200"/>
              <a:gd name="connsiteY3" fmla="*/ 2740024 h 5485182"/>
              <a:gd name="connsiteX4" fmla="*/ 2743199 w 2743200"/>
              <a:gd name="connsiteY4" fmla="*/ 2743179 h 5485182"/>
              <a:gd name="connsiteX5" fmla="*/ 2743200 w 2743200"/>
              <a:gd name="connsiteY5" fmla="*/ 2743199 h 5485182"/>
              <a:gd name="connsiteX6" fmla="*/ 2743199 w 2743200"/>
              <a:gd name="connsiteY6" fmla="*/ 2743199 h 5485182"/>
              <a:gd name="connsiteX7" fmla="*/ 2743199 w 2743200"/>
              <a:gd name="connsiteY7" fmla="*/ 2743221 h 5485182"/>
              <a:gd name="connsiteX8" fmla="*/ 2743199 w 2743200"/>
              <a:gd name="connsiteY8" fmla="*/ 5485182 h 5485182"/>
              <a:gd name="connsiteX9" fmla="*/ 0 w 2743200"/>
              <a:gd name="connsiteY9" fmla="*/ 5485182 h 5485182"/>
              <a:gd name="connsiteX10" fmla="*/ 0 w 2743200"/>
              <a:gd name="connsiteY10" fmla="*/ 2740024 h 5485182"/>
              <a:gd name="connsiteX11" fmla="*/ 1 w 2743200"/>
              <a:gd name="connsiteY11" fmla="*/ 2740024 h 5485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43200" h="5485182">
                <a:moveTo>
                  <a:pt x="1" y="0"/>
                </a:moveTo>
                <a:cubicBezTo>
                  <a:pt x="1420338" y="0"/>
                  <a:pt x="2588559" y="1079448"/>
                  <a:pt x="2729037" y="2462724"/>
                </a:cubicBezTo>
                <a:lnTo>
                  <a:pt x="2743040" y="2740024"/>
                </a:lnTo>
                <a:lnTo>
                  <a:pt x="2743199" y="2740024"/>
                </a:lnTo>
                <a:lnTo>
                  <a:pt x="2743199" y="2743179"/>
                </a:lnTo>
                <a:lnTo>
                  <a:pt x="2743200" y="2743199"/>
                </a:lnTo>
                <a:lnTo>
                  <a:pt x="2743199" y="2743199"/>
                </a:lnTo>
                <a:lnTo>
                  <a:pt x="2743199" y="2743221"/>
                </a:lnTo>
                <a:lnTo>
                  <a:pt x="2743199" y="5485182"/>
                </a:lnTo>
                <a:lnTo>
                  <a:pt x="0" y="5485182"/>
                </a:lnTo>
                <a:lnTo>
                  <a:pt x="0" y="2740024"/>
                </a:lnTo>
                <a:lnTo>
                  <a:pt x="1" y="2740024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A7C659B8-4A2A-10C6-85CF-BE940F815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712147" y="1341428"/>
            <a:ext cx="1047601" cy="1047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3" name="Tittel 2">
            <a:extLst>
              <a:ext uri="{FF2B5EF4-FFF2-40B4-BE49-F238E27FC236}">
                <a16:creationId xmlns:a16="http://schemas.microsoft.com/office/drawing/2014/main" id="{3577D22F-DEDA-700B-983B-CA83CBC7D6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22" name="Freeform 52">
            <a:extLst>
              <a:ext uri="{FF2B5EF4-FFF2-40B4-BE49-F238E27FC236}">
                <a16:creationId xmlns:a16="http://schemas.microsoft.com/office/drawing/2014/main" id="{885B4F29-C4F0-3501-6CFD-B58E5C907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9760368" y="2389742"/>
            <a:ext cx="1047097" cy="1047098"/>
          </a:xfrm>
          <a:custGeom>
            <a:avLst/>
            <a:gdLst>
              <a:gd name="connsiteX0" fmla="*/ 0 w 2743016"/>
              <a:gd name="connsiteY0" fmla="*/ 0 h 2739577"/>
              <a:gd name="connsiteX1" fmla="*/ 2729036 w 2743016"/>
              <a:gd name="connsiteY1" fmla="*/ 2462724 h 2739577"/>
              <a:gd name="connsiteX2" fmla="*/ 2743016 w 2743016"/>
              <a:gd name="connsiteY2" fmla="*/ 2739577 h 2739577"/>
              <a:gd name="connsiteX3" fmla="*/ 0 w 2743016"/>
              <a:gd name="connsiteY3" fmla="*/ 2739577 h 2739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016" h="2739577">
                <a:moveTo>
                  <a:pt x="0" y="0"/>
                </a:moveTo>
                <a:cubicBezTo>
                  <a:pt x="1420337" y="0"/>
                  <a:pt x="2588558" y="1079448"/>
                  <a:pt x="2729036" y="2462724"/>
                </a:cubicBezTo>
                <a:lnTo>
                  <a:pt x="2743016" y="2739577"/>
                </a:lnTo>
                <a:lnTo>
                  <a:pt x="0" y="2739577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28699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Kapittelinndeler - Tekst og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9">
            <a:extLst>
              <a:ext uri="{FF2B5EF4-FFF2-40B4-BE49-F238E27FC236}">
                <a16:creationId xmlns:a16="http://schemas.microsoft.com/office/drawing/2014/main" id="{4D819793-C67E-4450-64C3-0E817481A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38923" y="288332"/>
            <a:ext cx="11518232" cy="6277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DE49E32-4953-9478-B48C-9BC051E58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018" y="2400988"/>
            <a:ext cx="6161088" cy="2143125"/>
          </a:xfrm>
        </p:spPr>
        <p:txBody>
          <a:bodyPr vert="horz" lIns="0" tIns="0" rIns="0" bIns="0" rtlCol="0" anchor="ctr" anchorCtr="0">
            <a:noAutofit/>
          </a:bodyPr>
          <a:lstStyle>
            <a:lvl1pPr>
              <a:defRPr lang="nb-NO">
                <a:ea typeface="+mn-ea"/>
                <a:cs typeface="+mn-cs"/>
              </a:defRPr>
            </a:lvl1pPr>
          </a:lstStyle>
          <a:p>
            <a:pPr lvl="0"/>
            <a:r>
              <a:rPr lang="nb-NO" dirty="0"/>
              <a:t>Trykk her for å skrive navn på kapittelet</a:t>
            </a:r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A3D159D3-46BA-D37F-40BD-BF20E55FA51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62320" y="296753"/>
            <a:ext cx="4190757" cy="626937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/>
              <a:t>Klikk her for å sette inn bilde i formen</a:t>
            </a:r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85C88A0-AA77-6E46-8DD2-B68CAF8988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 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86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2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73C6A86F-35BB-6587-64B7-2C9A8BEE0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nb-NO" dirty="0"/>
              <a:t>Klikk for å skrive tittelen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for å legge inn tekst, eller klikk på ikonet under for å opprette tabell, diagram eller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SmartArt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lvl="1"/>
            <a:r>
              <a:rPr lang="nb-NO" dirty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258675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1 kolonn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BD48B077-A674-F7A3-2127-5F7E4C087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2" y="1755745"/>
            <a:ext cx="10480691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86952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972836-CF54-95B9-BD7A-520B4FCDB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80" y="885600"/>
            <a:ext cx="4859420" cy="523220"/>
          </a:xfrm>
        </p:spPr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6" name="maske">
            <a:extLst>
              <a:ext uri="{FF2B5EF4-FFF2-40B4-BE49-F238E27FC236}">
                <a16:creationId xmlns:a16="http://schemas.microsoft.com/office/drawing/2014/main" id="{178D028F-73F9-209E-8F2E-7F991E24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5B4C9830-CAC2-E95B-C1DD-85F94EF3FD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0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35D5DE4B-7EEF-7D1D-2610-0713A3873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5" name="maske">
            <a:extLst>
              <a:ext uri="{FF2B5EF4-FFF2-40B4-BE49-F238E27FC236}">
                <a16:creationId xmlns:a16="http://schemas.microsoft.com/office/drawing/2014/main" id="{9285A7C8-1859-5CEB-9BA6-13EDD7251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84850"/>
            <a:ext cx="3206750" cy="1073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76997" y="966158"/>
            <a:ext cx="485934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A6F6CE2-4AEF-7FA7-F534-B3B4D1E249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6980" y="6279285"/>
            <a:ext cx="4856268" cy="18466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2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70A5B8C9-B30C-E8BD-A6EB-96088887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4855120" cy="523220"/>
          </a:xfrm>
        </p:spPr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D87FD6B8-98F4-F9C9-1B41-3CF746E539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6702D49D-45CD-43E3-0013-96BA18A33D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0054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innhold - Bilde høy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8CEE8311-A7AC-D3D7-63F9-AF9CE62CC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7" name="Plassholder for innhold 2">
            <a:extLst>
              <a:ext uri="{FF2B5EF4-FFF2-40B4-BE49-F238E27FC236}">
                <a16:creationId xmlns:a16="http://schemas.microsoft.com/office/drawing/2014/main" id="{AE8398B8-99B3-F706-3A77-A6A40F47116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5652" y="966158"/>
            <a:ext cx="4856268" cy="5278231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3461888-8684-AEBE-8DBD-E854C29AC8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55CF0011-4F15-8CDF-FC4D-E0FE226D7A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4856268" cy="184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FA3C562-1C72-4956-B56C-5FE5E999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1916" y="6503670"/>
            <a:ext cx="2743200" cy="184666"/>
          </a:xfrm>
          <a:prstGeom prst="rect">
            <a:avLst/>
          </a:prstGeom>
        </p:spPr>
        <p:txBody>
          <a:bodyPr/>
          <a:lstStyle/>
          <a:p>
            <a:fld id="{93EB756F-746B-4A94-A95A-AE98F4E2B7BB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56125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6D4C16-17CF-B680-4B58-F923BE0C5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C41B7E70-47FF-CE70-A93C-2365341FC6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2903" y="6279285"/>
            <a:ext cx="5240345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0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med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D57E471-FE6D-2D33-AC52-D0D04A137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0C2A9C8D-B0CD-D2C4-EE60-FCD2BA4423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223828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3C55C4B1-D8D4-813F-1E53-8A5C173777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994031"/>
            <a:ext cx="5240345" cy="225149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98700BF6-C30E-23F1-8048-6D5C951D8C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0" y="6279285"/>
            <a:ext cx="5240338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øverst</a:t>
            </a:r>
            <a:r>
              <a:rPr lang="nb-NO" dirty="0">
                <a:effectLst/>
                <a:latin typeface="Calibri" panose="020F0502020204030204" pitchFamily="34" charset="0"/>
              </a:rPr>
              <a:t>),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r>
              <a:rPr lang="nb-NO" dirty="0">
                <a:effectLst/>
                <a:latin typeface="Calibri" panose="020F0502020204030204" pitchFamily="34" charset="0"/>
              </a:rPr>
              <a:t> (</a:t>
            </a:r>
            <a:r>
              <a:rPr lang="nb-NO" dirty="0" err="1">
                <a:effectLst/>
                <a:latin typeface="Calibri" panose="020F0502020204030204" pitchFamily="34" charset="0"/>
              </a:rPr>
              <a:t>nederst</a:t>
            </a:r>
            <a:r>
              <a:rPr lang="nb-NO" dirty="0">
                <a:effectLst/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460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2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DB4DD7-DF26-D3A7-DEFE-6B137EABC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978652E-66DF-E4FA-CF7C-F69D2D0B8A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5240345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nb-NO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  <a:p>
            <a:endParaRPr lang="nb-NO" dirty="0"/>
          </a:p>
        </p:txBody>
      </p:sp>
      <p:sp>
        <p:nvSpPr>
          <p:cNvPr id="6" name="Plassholder for tekst 6">
            <a:extLst>
              <a:ext uri="{FF2B5EF4-FFF2-40B4-BE49-F238E27FC236}">
                <a16:creationId xmlns:a16="http://schemas.microsoft.com/office/drawing/2014/main" id="{E13C28F3-CBEF-C4D9-08A1-F03A078D39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39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CBF2AA-2EA4-AE8B-F87C-318A64850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5" name="Plassholder for bilde 11">
            <a:extLst>
              <a:ext uri="{FF2B5EF4-FFF2-40B4-BE49-F238E27FC236}">
                <a16:creationId xmlns:a16="http://schemas.microsoft.com/office/drawing/2014/main" id="{4E893AFB-8E52-06A6-F973-83462C177C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652" y="1755745"/>
            <a:ext cx="3501736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6" name="Plassholder for bilde 11">
            <a:extLst>
              <a:ext uri="{FF2B5EF4-FFF2-40B4-BE49-F238E27FC236}">
                <a16:creationId xmlns:a16="http://schemas.microsoft.com/office/drawing/2014/main" id="{7AA8BB82-C632-0FD6-8770-7B6B1234C8A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57388" y="1755745"/>
            <a:ext cx="347741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bilde 11">
            <a:extLst>
              <a:ext uri="{FF2B5EF4-FFF2-40B4-BE49-F238E27FC236}">
                <a16:creationId xmlns:a16="http://schemas.microsoft.com/office/drawing/2014/main" id="{930EB5E8-0388-59F0-D117-2A1E5CEB16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4608" y="1755745"/>
            <a:ext cx="3501737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2" name="Plassholder for tekst 6">
            <a:extLst>
              <a:ext uri="{FF2B5EF4-FFF2-40B4-BE49-F238E27FC236}">
                <a16:creationId xmlns:a16="http://schemas.microsoft.com/office/drawing/2014/main" id="{63CC2F96-6B0F-9334-6EF2-7BC79411FB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0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C61BCB8-83AD-6D37-B54B-0FF9F2C7A2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9" name="Plassholder for bilde 11">
            <a:extLst>
              <a:ext uri="{FF2B5EF4-FFF2-40B4-BE49-F238E27FC236}">
                <a16:creationId xmlns:a16="http://schemas.microsoft.com/office/drawing/2014/main" id="{3E27AA8F-53D1-075E-9682-7549894019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652" y="1755745"/>
            <a:ext cx="10480693" cy="44886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5" name="Plassholder for tekst 6">
            <a:extLst>
              <a:ext uri="{FF2B5EF4-FFF2-40B4-BE49-F238E27FC236}">
                <a16:creationId xmlns:a16="http://schemas.microsoft.com/office/drawing/2014/main" id="{9D698068-2DB0-CD6F-4634-6B2E261F90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Navn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08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69EBC2-A8BC-0723-CC54-8B026BB10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3" name="Plassholder for tekst 6">
            <a:extLst>
              <a:ext uri="{FF2B5EF4-FFF2-40B4-BE49-F238E27FC236}">
                <a16:creationId xmlns:a16="http://schemas.microsoft.com/office/drawing/2014/main" id="{A8536A01-051B-BE75-EB3D-6C4863D3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0632" y="6379920"/>
            <a:ext cx="926069" cy="180425"/>
          </a:xfrm>
          <a:solidFill>
            <a:schemeClr val="bg1"/>
          </a:solidFill>
        </p:spPr>
        <p:txBody>
          <a:bodyPr wrap="none" lIns="72000" tIns="36000" rIns="72000" bIns="36000">
            <a:spAutoFit/>
          </a:bodyPr>
          <a:lstStyle>
            <a:lvl1pPr marL="0" indent="0" algn="l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2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skjerm bilde med teks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13718270-56CD-D079-D8FF-358055A07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4" name="Plassholder for bilde 11">
            <a:extLst>
              <a:ext uri="{FF2B5EF4-FFF2-40B4-BE49-F238E27FC236}">
                <a16:creationId xmlns:a16="http://schemas.microsoft.com/office/drawing/2014/main" id="{8DC678C2-C645-486F-8630-057971DBE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7678E87-E36B-1513-EC8F-952B988AE36A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0" y="3808800"/>
            <a:ext cx="3049200" cy="3049200"/>
          </a:xfrm>
          <a:solidFill>
            <a:schemeClr val="tx2">
              <a:lumMod val="20000"/>
              <a:lumOff val="80000"/>
            </a:schemeClr>
          </a:solidFill>
        </p:spPr>
        <p:txBody>
          <a:bodyPr lIns="216000" tIns="216000" rIns="216000" bIns="216000" anchor="ctr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nb-NO" dirty="0" err="1"/>
              <a:t>Klikk</a:t>
            </a:r>
            <a:r>
              <a:rPr lang="nb-NO" dirty="0"/>
              <a:t> her for </a:t>
            </a:r>
            <a:r>
              <a:rPr lang="nb-NO" dirty="0" err="1"/>
              <a:t>å</a:t>
            </a:r>
            <a:r>
              <a:rPr lang="nb-NO" dirty="0"/>
              <a:t>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tekst</a:t>
            </a:r>
            <a:r>
              <a:rPr lang="nb-NO" dirty="0"/>
              <a:t> inn </a:t>
            </a:r>
            <a:r>
              <a:rPr lang="nb-NO" dirty="0" err="1"/>
              <a:t>i</a:t>
            </a:r>
            <a:r>
              <a:rPr lang="nb-NO" dirty="0"/>
              <a:t> </a:t>
            </a:r>
            <a:r>
              <a:rPr lang="nb-NO" dirty="0" err="1"/>
              <a:t>firkanten</a:t>
            </a:r>
            <a:r>
              <a:rPr lang="nb-NO" dirty="0"/>
              <a:t>. </a:t>
            </a:r>
            <a:r>
              <a:rPr lang="nb-NO" dirty="0" err="1"/>
              <a:t>Slett</a:t>
            </a:r>
            <a:r>
              <a:rPr lang="nb-NO" dirty="0"/>
              <a:t> </a:t>
            </a:r>
            <a:r>
              <a:rPr lang="nb-NO" dirty="0" err="1"/>
              <a:t>formen</a:t>
            </a:r>
            <a:r>
              <a:rPr lang="nb-NO" dirty="0"/>
              <a:t> </a:t>
            </a:r>
            <a:r>
              <a:rPr lang="nb-NO" dirty="0" err="1"/>
              <a:t>dersom</a:t>
            </a:r>
            <a:r>
              <a:rPr lang="nb-NO" dirty="0"/>
              <a:t> du </a:t>
            </a:r>
            <a:r>
              <a:rPr lang="nb-NO" dirty="0" err="1"/>
              <a:t>ikke</a:t>
            </a:r>
            <a:r>
              <a:rPr lang="nb-NO" dirty="0"/>
              <a:t> </a:t>
            </a:r>
            <a:r>
              <a:rPr lang="nb-NO" dirty="0" err="1"/>
              <a:t>har</a:t>
            </a:r>
            <a:r>
              <a:rPr lang="nb-NO" dirty="0"/>
              <a:t> </a:t>
            </a:r>
            <a:r>
              <a:rPr lang="nb-NO" dirty="0" err="1"/>
              <a:t>behov</a:t>
            </a:r>
            <a:r>
              <a:rPr lang="nb-NO" dirty="0"/>
              <a:t> for den.</a:t>
            </a:r>
          </a:p>
        </p:txBody>
      </p:sp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670C2EAD-E2E4-D253-0121-062F5F0EEC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30938" y="6379920"/>
            <a:ext cx="926069" cy="180425"/>
          </a:xfrm>
          <a:solidFill>
            <a:schemeClr val="tx2">
              <a:lumMod val="20000"/>
              <a:lumOff val="80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 algn="r">
              <a:buNone/>
              <a:defRPr lang="nb-NO" sz="7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t sitat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981A15-5927-4FCD-812D-FAD670E2A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7286" y="981120"/>
            <a:ext cx="8359058" cy="3949325"/>
          </a:xfrm>
        </p:spPr>
        <p:txBody>
          <a:bodyPr anchor="t" anchorCtr="0"/>
          <a:lstStyle>
            <a:lvl1pPr>
              <a:defRPr sz="50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et </a:t>
            </a:r>
            <a:r>
              <a:rPr lang="nb-NO" dirty="0" err="1"/>
              <a:t>sitat</a:t>
            </a:r>
            <a:r>
              <a:rPr lang="nb-NO" dirty="0"/>
              <a:t> </a:t>
            </a:r>
          </a:p>
        </p:txBody>
      </p:sp>
      <p:sp>
        <p:nvSpPr>
          <p:cNvPr id="13" name="Plassholder for tekst 3">
            <a:extLst>
              <a:ext uri="{FF2B5EF4-FFF2-40B4-BE49-F238E27FC236}">
                <a16:creationId xmlns:a16="http://schemas.microsoft.com/office/drawing/2014/main" id="{1A767E45-C00F-3A80-4F0C-D1E9B58142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77286" y="5189727"/>
            <a:ext cx="6220143" cy="69215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nb-NO" dirty="0"/>
              <a:t>- </a:t>
            </a:r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inn </a:t>
            </a:r>
            <a:r>
              <a:rPr lang="nb-NO" dirty="0" err="1"/>
              <a:t>forfatter</a:t>
            </a:r>
            <a:r>
              <a:rPr lang="nb-NO" dirty="0"/>
              <a:t>/</a:t>
            </a:r>
            <a:r>
              <a:rPr lang="nb-NO" dirty="0" err="1"/>
              <a:t>navn</a:t>
            </a:r>
            <a:endParaRPr lang="nb-NO" dirty="0"/>
          </a:p>
        </p:txBody>
      </p:sp>
      <p:pic>
        <p:nvPicPr>
          <p:cNvPr id="11" name="Grafikk 11" descr="Sitattegn">
            <a:extLst>
              <a:ext uri="{FF2B5EF4-FFF2-40B4-BE49-F238E27FC236}">
                <a16:creationId xmlns:a16="http://schemas.microsoft.com/office/drawing/2014/main" id="{54E45CF3-B4B5-F82F-D3AE-B3AAD3BAF4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653" y="981120"/>
            <a:ext cx="1417304" cy="111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19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| Undertittel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1">
            <a:extLst>
              <a:ext uri="{FF2B5EF4-FFF2-40B4-BE49-F238E27FC236}">
                <a16:creationId xmlns:a16="http://schemas.microsoft.com/office/drawing/2014/main" id="{7E3CD79A-10BA-DF0A-337C-7491DA56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9875" y="2136338"/>
            <a:ext cx="3949690" cy="2585323"/>
          </a:xfrm>
        </p:spPr>
        <p:txBody>
          <a:bodyPr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cxnSp>
        <p:nvCxnSpPr>
          <p:cNvPr id="7" name="Rett linje 9">
            <a:extLst>
              <a:ext uri="{FF2B5EF4-FFF2-40B4-BE49-F238E27FC236}">
                <a16:creationId xmlns:a16="http://schemas.microsoft.com/office/drawing/2014/main" id="{377364A3-E584-EE44-3975-7F01D38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2073859"/>
            <a:ext cx="0" cy="2808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38FE4089-49C3-167A-3E1D-E1877C878A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2435" y="2136338"/>
            <a:ext cx="3949682" cy="2585323"/>
          </a:xfr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9710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6857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Tittel 1">
            <a:extLst>
              <a:ext uri="{FF2B5EF4-FFF2-40B4-BE49-F238E27FC236}">
                <a16:creationId xmlns:a16="http://schemas.microsoft.com/office/drawing/2014/main" id="{EEACF926-5E96-43D7-BA7E-1C2593912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7254" y="698839"/>
            <a:ext cx="4933493" cy="5460324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å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17971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tel 1">
            <a:extLst>
              <a:ext uri="{FF2B5EF4-FFF2-40B4-BE49-F238E27FC236}">
                <a16:creationId xmlns:a16="http://schemas.microsoft.com/office/drawing/2014/main" id="{31045BF3-763A-0A24-A7CF-88EDE2C5B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8690" y="2136338"/>
            <a:ext cx="4560875" cy="2585323"/>
          </a:xfrm>
        </p:spPr>
        <p:txBody>
          <a:bodyPr anchor="ctr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r>
              <a:rPr lang="nb-NO" noProof="0" dirty="0"/>
              <a:t>Klikk for å legge til tekst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9747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 fargeflater med ikon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1">
            <a:extLst>
              <a:ext uri="{FF2B5EF4-FFF2-40B4-BE49-F238E27FC236}">
                <a16:creationId xmlns:a16="http://schemas.microsoft.com/office/drawing/2014/main" id="{C049361A-65CD-9E25-422C-7EE74233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2" name="Plassholder for bilde 4">
            <a:extLst>
              <a:ext uri="{FF2B5EF4-FFF2-40B4-BE49-F238E27FC236}">
                <a16:creationId xmlns:a16="http://schemas.microsoft.com/office/drawing/2014/main" id="{B5388A3F-3E39-5023-2E48-C55E26CDAD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01087" y="1184678"/>
            <a:ext cx="4488644" cy="4488644"/>
          </a:xfrm>
          <a:prstGeom prst="ellipse">
            <a:avLst/>
          </a:prstGeom>
          <a:solidFill>
            <a:schemeClr val="bg1"/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2511AB4-C051-514C-8BE7-D7766303D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1"/>
            <a:ext cx="6101182" cy="3428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Plassholder for tekst 12">
            <a:extLst>
              <a:ext uri="{FF2B5EF4-FFF2-40B4-BE49-F238E27FC236}">
                <a16:creationId xmlns:a16="http://schemas.microsoft.com/office/drawing/2014/main" id="{7DB54F3F-5BAC-4AB6-A3B1-5B5ABE4A10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4662" y="627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3" name="Rektangel 7">
            <a:extLst>
              <a:ext uri="{FF2B5EF4-FFF2-40B4-BE49-F238E27FC236}">
                <a16:creationId xmlns:a16="http://schemas.microsoft.com/office/drawing/2014/main" id="{3C13E5C7-5F7A-904A-A6EF-E2604739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0818" y="3429000"/>
            <a:ext cx="6101182" cy="3429000"/>
          </a:xfrm>
          <a:prstGeom prst="rect">
            <a:avLst/>
          </a:prstGeom>
          <a:solidFill>
            <a:schemeClr val="tx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Plassholder for tekst 12">
            <a:extLst>
              <a:ext uri="{FF2B5EF4-FFF2-40B4-BE49-F238E27FC236}">
                <a16:creationId xmlns:a16="http://schemas.microsoft.com/office/drawing/2014/main" id="{BD71A123-9163-1460-6D8F-8978525CD2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74662" y="4056005"/>
            <a:ext cx="4933493" cy="2174990"/>
          </a:xfrm>
        </p:spPr>
        <p:txBody>
          <a:bodyPr anchor="ctr">
            <a:noAutofit/>
          </a:bodyPr>
          <a:lstStyle>
            <a:lvl1pPr marL="0" indent="0">
              <a:lnSpc>
                <a:spcPct val="120000"/>
              </a:lnSpc>
              <a:buNone/>
              <a:defRPr sz="2400"/>
            </a:lvl1pPr>
          </a:lstStyle>
          <a:p>
            <a:pPr lvl="0"/>
            <a:endParaRPr lang="nb-N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38DE5E-3C50-BC53-1870-2DCBC1E6D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B2EC5B3-3DEF-5951-17EC-863397397D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9" name="Picture 10" descr="Skjermdump med oversikt over noen av ikonsidene i malen">
            <a:extLst>
              <a:ext uri="{FF2B5EF4-FFF2-40B4-BE49-F238E27FC236}">
                <a16:creationId xmlns:a16="http://schemas.microsoft.com/office/drawing/2014/main" id="{1217EA63-945F-BF1F-EAB4-723B8BBE04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35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ll i sirke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ABF7742-CE50-B6D7-744E-CC0623B98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07F3C9-F342-6F16-DE4B-9285684B3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385" y="335236"/>
            <a:ext cx="11521255" cy="6200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24F8A-C58E-32FC-4973-0E424D278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6927" y="337292"/>
            <a:ext cx="6198145" cy="6198145"/>
          </a:xfrm>
          <a:prstGeom prst="ellipse">
            <a:avLst/>
          </a:prstGeom>
          <a:solidFill>
            <a:schemeClr val="bg1"/>
          </a:solidFill>
        </p:spPr>
        <p:txBody>
          <a:bodyPr lIns="216000" tIns="216000" rIns="216000" bIns="216000" anchor="ctr"/>
          <a:lstStyle>
            <a:lvl1pPr marL="0" indent="0" algn="ctr">
              <a:buNone/>
              <a:defRPr sz="25000" b="1">
                <a:latin typeface="+mj-lt"/>
              </a:defRPr>
            </a:lvl1pPr>
          </a:lstStyle>
          <a:p>
            <a:pPr lvl="0"/>
            <a:r>
              <a:rPr lang="nb-NO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3784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tende lysbilde 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 descr="Telemark fylkeskommune logo.">
            <a:extLst>
              <a:ext uri="{FF2B5EF4-FFF2-40B4-BE49-F238E27FC236}">
                <a16:creationId xmlns:a16="http://schemas.microsoft.com/office/drawing/2014/main" id="{76027ADA-D00B-DA82-9960-3C01A2E756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513714"/>
            <a:ext cx="1905000" cy="1673086"/>
          </a:xfrm>
          <a:prstGeom prst="rect">
            <a:avLst/>
          </a:prstGeom>
        </p:spPr>
      </p:pic>
      <p:sp>
        <p:nvSpPr>
          <p:cNvPr id="10" name="Tittel 1">
            <a:extLst>
              <a:ext uri="{FF2B5EF4-FFF2-40B4-BE49-F238E27FC236}">
                <a16:creationId xmlns:a16="http://schemas.microsoft.com/office/drawing/2014/main" id="{6AD7CD11-05DE-9545-111F-302B7E9E10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257046"/>
            <a:ext cx="11034675" cy="870817"/>
          </a:xfrm>
        </p:spPr>
        <p:txBody>
          <a:bodyPr anchor="ctr">
            <a:noAutofit/>
          </a:bodyPr>
          <a:lstStyle>
            <a:lvl1pPr algn="ctr">
              <a:defRPr sz="4600"/>
            </a:lvl1pPr>
          </a:lstStyle>
          <a:p>
            <a:r>
              <a:rPr lang="nb-NO" dirty="0" err="1"/>
              <a:t>Skriv</a:t>
            </a:r>
            <a:r>
              <a:rPr lang="nb-NO" dirty="0"/>
              <a:t> inn «</a:t>
            </a:r>
            <a:r>
              <a:rPr lang="nb-NO" dirty="0" err="1"/>
              <a:t>Takk</a:t>
            </a:r>
            <a:r>
              <a:rPr lang="nb-NO" dirty="0"/>
              <a:t> for meg!» </a:t>
            </a:r>
            <a:r>
              <a:rPr lang="nb-NO" dirty="0" err="1"/>
              <a:t>eller</a:t>
            </a:r>
            <a:r>
              <a:rPr lang="nb-NO" dirty="0"/>
              <a:t> </a:t>
            </a:r>
            <a:r>
              <a:rPr lang="nb-NO" dirty="0" err="1"/>
              <a:t>lignende</a:t>
            </a:r>
            <a:endParaRPr lang="nb-NO" dirty="0"/>
          </a:p>
        </p:txBody>
      </p:sp>
      <p:sp>
        <p:nvSpPr>
          <p:cNvPr id="11" name="Plassholder for tekst 12">
            <a:extLst>
              <a:ext uri="{FF2B5EF4-FFF2-40B4-BE49-F238E27FC236}">
                <a16:creationId xmlns:a16="http://schemas.microsoft.com/office/drawing/2014/main" id="{AD2D67C3-7BAF-F21E-1613-B135426619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45068" y="4552119"/>
            <a:ext cx="7296681" cy="505495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nb-NO" dirty="0"/>
              <a:t> #emneknagg, @brukernavn eller e-postadresse</a:t>
            </a:r>
          </a:p>
        </p:txBody>
      </p:sp>
      <p:sp>
        <p:nvSpPr>
          <p:cNvPr id="12" name="TekstSylinder 9" descr="Nettadresse.">
            <a:extLst>
              <a:ext uri="{FF2B5EF4-FFF2-40B4-BE49-F238E27FC236}">
                <a16:creationId xmlns:a16="http://schemas.microsoft.com/office/drawing/2014/main" id="{07DBCB50-8F98-2D6F-2DC0-B41B3F5B427A}"/>
              </a:ext>
            </a:extLst>
          </p:cNvPr>
          <p:cNvSpPr txBox="1"/>
          <p:nvPr userDrawn="1"/>
        </p:nvSpPr>
        <p:spPr>
          <a:xfrm>
            <a:off x="0" y="5987367"/>
            <a:ext cx="1219200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nb-NO" sz="2200" b="1" dirty="0"/>
              <a:t>telemarkfylke.no</a:t>
            </a:r>
          </a:p>
        </p:txBody>
      </p:sp>
      <p:grpSp>
        <p:nvGrpSpPr>
          <p:cNvPr id="2" name="Gruppe 35">
            <a:extLst>
              <a:ext uri="{FF2B5EF4-FFF2-40B4-BE49-F238E27FC236}">
                <a16:creationId xmlns:a16="http://schemas.microsoft.com/office/drawing/2014/main" id="{4FF7480C-58E1-6B79-E082-9E22471EB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6072" y="4269110"/>
            <a:ext cx="3779292" cy="2160329"/>
            <a:chOff x="576072" y="4269110"/>
            <a:chExt cx="3779292" cy="216032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34E1DE1-D239-BA6F-92A2-8F1BD47E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46072" y="3999110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A03BCB2-FA27-DFD8-DF01-EBBE355D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654341" y="48093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B87828-DEE2-1E8B-1D4A-B33582029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46072" y="453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D5A42B1-9E8A-A784-CE74-8A61FC3C8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734430" y="5889432"/>
              <a:ext cx="540000" cy="53848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9F7F8A0-E88E-B984-3E87-D161D11A9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6072" y="5349432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38" name="Oval 16">
              <a:extLst>
                <a:ext uri="{FF2B5EF4-FFF2-40B4-BE49-F238E27FC236}">
                  <a16:creationId xmlns:a16="http://schemas.microsoft.com/office/drawing/2014/main" id="{AB3DBB7B-3389-3F9A-6960-9164D6824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735992" y="5348824"/>
              <a:ext cx="540000" cy="5400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39" name="Oval 17">
              <a:extLst>
                <a:ext uri="{FF2B5EF4-FFF2-40B4-BE49-F238E27FC236}">
                  <a16:creationId xmlns:a16="http://schemas.microsoft.com/office/drawing/2014/main" id="{88721BAB-F904-46EF-D31B-AC8EC1275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276450" y="5886968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9CB3E74-C696-CCC4-6FC7-B193F885A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3815364" y="5889439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1" name="Freeform 3">
              <a:extLst>
                <a:ext uri="{FF2B5EF4-FFF2-40B4-BE49-F238E27FC236}">
                  <a16:creationId xmlns:a16="http://schemas.microsoft.com/office/drawing/2014/main" id="{73C09038-F8F5-188A-BD1E-AA38A8089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924341" y="5619432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F1F0C50C-3F54-4C47-2EB7-2D932CFB1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654341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DA90DDFE-3DA6-662D-C2C2-9D23FE49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2192775" y="534926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</p:grpSp>
      <p:grpSp>
        <p:nvGrpSpPr>
          <p:cNvPr id="44" name="Gruppe 34">
            <a:extLst>
              <a:ext uri="{FF2B5EF4-FFF2-40B4-BE49-F238E27FC236}">
                <a16:creationId xmlns:a16="http://schemas.microsoft.com/office/drawing/2014/main" id="{1D83F85E-D82C-B0FB-68AE-11B4A72E2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829159" y="4258161"/>
            <a:ext cx="3780187" cy="2164080"/>
            <a:chOff x="7829159" y="4258161"/>
            <a:chExt cx="3780187" cy="2164080"/>
          </a:xfrm>
        </p:grpSpPr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5B685543-E085-0385-DE2F-C532B88BB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527572" y="4258161"/>
              <a:ext cx="1080000" cy="108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6" name="Freeform 4">
              <a:extLst>
                <a:ext uri="{FF2B5EF4-FFF2-40B4-BE49-F238E27FC236}">
                  <a16:creationId xmlns:a16="http://schemas.microsoft.com/office/drawing/2014/main" id="{AE7F862E-4C7D-E3E5-CE9B-2A1E8AC3A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1069181" y="5338986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7" name="Freeform 4">
              <a:extLst>
                <a:ext uri="{FF2B5EF4-FFF2-40B4-BE49-F238E27FC236}">
                  <a16:creationId xmlns:a16="http://schemas.microsoft.com/office/drawing/2014/main" id="{22DB054B-015D-656C-5B56-2AA9325CC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11069181" y="5878737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31DE7231-BC36-D366-BF18-F5C18C60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31587" y="5878736"/>
              <a:ext cx="540000" cy="540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14BD1BEC-886E-4BCC-0388-346D1C467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10531587" y="5338985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200A8932-BF34-3408-9E47-A84EB5F5A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991248" y="5338985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6C55ACDE-E520-F9AA-564A-CDC3EDB7F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449719" y="5876000"/>
              <a:ext cx="540000" cy="53848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52" name="Oval 17">
              <a:extLst>
                <a:ext uri="{FF2B5EF4-FFF2-40B4-BE49-F238E27FC236}">
                  <a16:creationId xmlns:a16="http://schemas.microsoft.com/office/drawing/2014/main" id="{1B714B16-6477-9E5C-04AF-98F1BC86D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991004" y="5875243"/>
              <a:ext cx="540000" cy="5400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3" name="Oval 16">
              <a:extLst>
                <a:ext uri="{FF2B5EF4-FFF2-40B4-BE49-F238E27FC236}">
                  <a16:creationId xmlns:a16="http://schemas.microsoft.com/office/drawing/2014/main" id="{11216753-0CCC-AA5A-2685-E48B282D3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9449719" y="5333433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A7766D29-F5DD-B997-B1F5-428342C96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8371200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64C8B1BC-548E-8D98-EC51-E7C0EA0C0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>
              <a:off x="8909754" y="5335149"/>
              <a:ext cx="540165" cy="540165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6" name="Freeform 3">
              <a:extLst>
                <a:ext uri="{FF2B5EF4-FFF2-40B4-BE49-F238E27FC236}">
                  <a16:creationId xmlns:a16="http://schemas.microsoft.com/office/drawing/2014/main" id="{0A3C0DFA-E5FF-AE8E-26D6-985EDA106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8642673" y="5603433"/>
              <a:ext cx="540000" cy="1080000"/>
            </a:xfrm>
            <a:custGeom>
              <a:avLst/>
              <a:gdLst>
                <a:gd name="connsiteX0" fmla="*/ 1 w 2743200"/>
                <a:gd name="connsiteY0" fmla="*/ 0 h 5485182"/>
                <a:gd name="connsiteX1" fmla="*/ 2729037 w 2743200"/>
                <a:gd name="connsiteY1" fmla="*/ 2462724 h 5485182"/>
                <a:gd name="connsiteX2" fmla="*/ 2743040 w 2743200"/>
                <a:gd name="connsiteY2" fmla="*/ 2740024 h 5485182"/>
                <a:gd name="connsiteX3" fmla="*/ 2743199 w 2743200"/>
                <a:gd name="connsiteY3" fmla="*/ 2740024 h 5485182"/>
                <a:gd name="connsiteX4" fmla="*/ 2743199 w 2743200"/>
                <a:gd name="connsiteY4" fmla="*/ 2743179 h 5485182"/>
                <a:gd name="connsiteX5" fmla="*/ 2743200 w 2743200"/>
                <a:gd name="connsiteY5" fmla="*/ 2743199 h 5485182"/>
                <a:gd name="connsiteX6" fmla="*/ 2743199 w 2743200"/>
                <a:gd name="connsiteY6" fmla="*/ 2743199 h 5485182"/>
                <a:gd name="connsiteX7" fmla="*/ 2743199 w 2743200"/>
                <a:gd name="connsiteY7" fmla="*/ 2743221 h 5485182"/>
                <a:gd name="connsiteX8" fmla="*/ 2743199 w 2743200"/>
                <a:gd name="connsiteY8" fmla="*/ 5485182 h 5485182"/>
                <a:gd name="connsiteX9" fmla="*/ 0 w 2743200"/>
                <a:gd name="connsiteY9" fmla="*/ 5485182 h 5485182"/>
                <a:gd name="connsiteX10" fmla="*/ 0 w 2743200"/>
                <a:gd name="connsiteY10" fmla="*/ 2740024 h 5485182"/>
                <a:gd name="connsiteX11" fmla="*/ 1 w 2743200"/>
                <a:gd name="connsiteY11" fmla="*/ 2740024 h 548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43200" h="5485182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7" name="Oval 17">
              <a:extLst>
                <a:ext uri="{FF2B5EF4-FFF2-40B4-BE49-F238E27FC236}">
                  <a16:creationId xmlns:a16="http://schemas.microsoft.com/office/drawing/2014/main" id="{50699ECD-9EFE-A512-77E2-2B400857B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829159" y="5882241"/>
              <a:ext cx="540000" cy="540000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</p:spTree>
    <p:extLst>
      <p:ext uri="{BB962C8B-B14F-4D97-AF65-F5344CB8AC3E}">
        <p14:creationId xmlns:p14="http://schemas.microsoft.com/office/powerpoint/2010/main" val="20628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3">
            <a:extLst>
              <a:ext uri="{FF2B5EF4-FFF2-40B4-BE49-F238E27FC236}">
                <a16:creationId xmlns:a16="http://schemas.microsoft.com/office/drawing/2014/main" id="{E1BEF7C9-066E-29D8-C870-98EC0BA2A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4016" y="512415"/>
            <a:ext cx="8922383" cy="384721"/>
          </a:xfrm>
        </p:spPr>
        <p:txBody>
          <a:bodyPr anchor="t" anchorCtr="0">
            <a:noAutofit/>
          </a:bodyPr>
          <a:lstStyle>
            <a:lvl1pPr algn="r">
              <a:defRPr sz="2500"/>
            </a:lvl1pPr>
          </a:lstStyle>
          <a:p>
            <a:r>
              <a:rPr lang="nb-NO" dirty="0"/>
              <a:t>Pause til 00:00</a:t>
            </a:r>
          </a:p>
        </p:txBody>
      </p:sp>
      <p:sp>
        <p:nvSpPr>
          <p:cNvPr id="8" name="Plassholder for bilde 1">
            <a:extLst>
              <a:ext uri="{FF2B5EF4-FFF2-40B4-BE49-F238E27FC236}">
                <a16:creationId xmlns:a16="http://schemas.microsoft.com/office/drawing/2014/main" id="{9A37DB59-7552-2365-D556-B72C172054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5652" y="1001486"/>
            <a:ext cx="10480693" cy="5242903"/>
          </a:xfr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r>
              <a:rPr lang="nb-NO" dirty="0"/>
              <a:t>Klikk på ikonet for å sette inn bilde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68F7C47-DDDB-ACAC-84C7-24B19385C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883" y="342787"/>
            <a:ext cx="1475122" cy="450000"/>
          </a:xfrm>
          <a:prstGeom prst="rect">
            <a:avLst/>
          </a:prstGeom>
        </p:spPr>
      </p:pic>
      <p:sp>
        <p:nvSpPr>
          <p:cNvPr id="2" name="Plassholder for tekst 6">
            <a:extLst>
              <a:ext uri="{FF2B5EF4-FFF2-40B4-BE49-F238E27FC236}">
                <a16:creationId xmlns:a16="http://schemas.microsoft.com/office/drawing/2014/main" id="{325171C7-FF3B-8B6C-F825-C396860288B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5652" y="6279285"/>
            <a:ext cx="10480676" cy="178666"/>
          </a:xfrm>
        </p:spPr>
        <p:txBody>
          <a:bodyPr/>
          <a:lstStyle>
            <a:lvl1pPr marL="0" indent="0" algn="r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 (</a:t>
            </a:r>
            <a:r>
              <a:rPr lang="nb-NO" dirty="0" err="1">
                <a:effectLst/>
                <a:latin typeface="Calibri" panose="020F0502020204030204" pitchFamily="34" charset="0"/>
              </a:rPr>
              <a:t>fra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venstre</a:t>
            </a:r>
            <a:r>
              <a:rPr lang="nb-NO" dirty="0">
                <a:effectLst/>
                <a:latin typeface="Calibri" panose="020F0502020204030204" pitchFamily="34" charset="0"/>
              </a:rPr>
              <a:t>):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" name="maske over symbol">
            <a:extLst>
              <a:ext uri="{FF2B5EF4-FFF2-40B4-BE49-F238E27FC236}">
                <a16:creationId xmlns:a16="http://schemas.microsoft.com/office/drawing/2014/main" id="{14DCDA76-5CCA-02BE-91A1-7D753010D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1317" y="287868"/>
            <a:ext cx="611716" cy="620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937874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dskap med grafikk/2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4C0D2-A193-6E41-3E94-CD8BB1DAF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0784" y="1031638"/>
            <a:ext cx="11518232" cy="55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F95D45-379D-562C-3647-C1A886AD7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20784" y="1031638"/>
            <a:ext cx="5544000" cy="5544000"/>
            <a:chOff x="320784" y="1031638"/>
            <a:chExt cx="5544000" cy="5544000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7AD59CE1-94DC-49AA-F23C-8704E731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rot="5400000">
              <a:off x="321002" y="1031421"/>
              <a:ext cx="2771565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46D5C760-9B09-4E56-33D5-1D24783FD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092784" y="3803638"/>
              <a:ext cx="2772000" cy="2772000"/>
            </a:xfrm>
            <a:custGeom>
              <a:avLst/>
              <a:gdLst>
                <a:gd name="connsiteX0" fmla="*/ 0 w 2743016"/>
                <a:gd name="connsiteY0" fmla="*/ 0 h 2739577"/>
                <a:gd name="connsiteX1" fmla="*/ 2729036 w 2743016"/>
                <a:gd name="connsiteY1" fmla="*/ 2462724 h 2739577"/>
                <a:gd name="connsiteX2" fmla="*/ 2743016 w 2743016"/>
                <a:gd name="connsiteY2" fmla="*/ 2739577 h 2739577"/>
                <a:gd name="connsiteX3" fmla="*/ 0 w 2743016"/>
                <a:gd name="connsiteY3" fmla="*/ 2739577 h 2739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3016" h="2739577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NO" dirty="0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46A8C6F4-0DC3-627A-5BAB-A4ABDFC70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092784" y="1031638"/>
              <a:ext cx="2772000" cy="277200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 dirty="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6EF88F-48F7-70B1-8C5B-BECFC6ED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20784" y="3803638"/>
              <a:ext cx="2772000" cy="2772000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</p:grpSp>
      <p:sp>
        <p:nvSpPr>
          <p:cNvPr id="12" name="Tittel 1">
            <a:extLst>
              <a:ext uri="{FF2B5EF4-FFF2-40B4-BE49-F238E27FC236}">
                <a16:creationId xmlns:a16="http://schemas.microsoft.com/office/drawing/2014/main" id="{136E024F-B36E-E081-C98E-707EAD575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-721452"/>
            <a:ext cx="11039856" cy="523220"/>
          </a:xfrm>
        </p:spPr>
        <p:txBody>
          <a:bodyPr/>
          <a:lstStyle>
            <a:lvl1pPr>
              <a:defRPr sz="2500"/>
            </a:lvl1pPr>
          </a:lstStyle>
          <a:p>
            <a:r>
              <a:rPr lang="nb-NO" dirty="0" err="1"/>
              <a:t>Skjult</a:t>
            </a:r>
            <a:r>
              <a:rPr lang="nb-NO" dirty="0"/>
              <a:t> </a:t>
            </a:r>
            <a:r>
              <a:rPr lang="nb-NO" dirty="0" err="1"/>
              <a:t>sidetittel</a:t>
            </a:r>
            <a:r>
              <a:rPr lang="nb-NO" dirty="0"/>
              <a:t> for </a:t>
            </a:r>
            <a:r>
              <a:rPr lang="nb-NO" dirty="0" err="1"/>
              <a:t>universell</a:t>
            </a:r>
            <a:r>
              <a:rPr lang="nb-NO" dirty="0"/>
              <a:t> </a:t>
            </a:r>
            <a:r>
              <a:rPr lang="nb-NO" dirty="0" err="1"/>
              <a:t>utforming</a:t>
            </a:r>
            <a:endParaRPr lang="nb-NO" dirty="0"/>
          </a:p>
        </p:txBody>
      </p:sp>
      <p:pic>
        <p:nvPicPr>
          <p:cNvPr id="17" name="Symbol">
            <a:extLst>
              <a:ext uri="{FF2B5EF4-FFF2-40B4-BE49-F238E27FC236}">
                <a16:creationId xmlns:a16="http://schemas.microsoft.com/office/drawing/2014/main" id="{A93D857B-7532-0F3B-A785-0AD8447E7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7" name="Plassholder for bilde 11">
            <a:extLst>
              <a:ext uri="{FF2B5EF4-FFF2-40B4-BE49-F238E27FC236}">
                <a16:creationId xmlns:a16="http://schemas.microsoft.com/office/drawing/2014/main" id="{685EF75C-2328-7A49-D71B-8FB78B9F830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093192" y="1031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0" name="Plassholder for bilde 11">
            <a:extLst>
              <a:ext uri="{FF2B5EF4-FFF2-40B4-BE49-F238E27FC236}">
                <a16:creationId xmlns:a16="http://schemas.microsoft.com/office/drawing/2014/main" id="{93D7447B-B070-BBD3-1EC8-02ED14B28421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20628" y="3803595"/>
            <a:ext cx="2772000" cy="2772000"/>
          </a:xfrm>
          <a:prstGeom prst="rect">
            <a:avLst/>
          </a:prstGeom>
          <a:noFill/>
        </p:spPr>
        <p:txBody>
          <a:bodyPr wrap="square" lIns="216000" tIns="216000" rIns="216000" bIns="216000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nb-NO" dirty="0"/>
          </a:p>
          <a:p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bilde</a:t>
            </a:r>
            <a:endParaRPr lang="nb-NO" dirty="0"/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8448CF62-475E-60E9-928C-735F29E280A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2409" y="6603529"/>
            <a:ext cx="11518232" cy="115026"/>
          </a:xfrm>
        </p:spPr>
        <p:txBody>
          <a:bodyPr/>
          <a:lstStyle>
            <a:lvl1pPr marL="0" indent="0" algn="l">
              <a:buNone/>
              <a:defRPr lang="nb-NO" sz="90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lang="nb-NO" dirty="0">
                <a:effectLst/>
                <a:latin typeface="Calibri" panose="020F0502020204030204" pitchFamily="34" charset="0"/>
              </a:rPr>
              <a:t>Foto: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</a:t>
            </a:r>
            <a:r>
              <a:rPr lang="nb-NO" dirty="0">
                <a:effectLst/>
                <a:latin typeface="Calibri" panose="020F0502020204030204" pitchFamily="34" charset="0"/>
              </a:rPr>
              <a:t> </a:t>
            </a:r>
            <a:r>
              <a:rPr lang="nb-NO" dirty="0" err="1">
                <a:effectLst/>
                <a:latin typeface="Calibri" panose="020F0502020204030204" pitchFamily="34" charset="0"/>
              </a:rPr>
              <a:t>Navnesen</a:t>
            </a:r>
            <a:endParaRPr lang="nb-NO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Plassholder for tekst 13">
            <a:extLst>
              <a:ext uri="{FF2B5EF4-FFF2-40B4-BE49-F238E27FC236}">
                <a16:creationId xmlns:a16="http://schemas.microsoft.com/office/drawing/2014/main" id="{9B67BB56-3314-1BE1-0256-F7A205B46B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260" y="1880742"/>
            <a:ext cx="4320540" cy="3845792"/>
          </a:xfrm>
        </p:spPr>
        <p:txBody>
          <a:bodyPr anchor="ctr" anchorCtr="0"/>
          <a:lstStyle>
            <a:lvl1pPr marL="0" indent="0">
              <a:buNone/>
              <a:defRPr sz="2800" b="1"/>
            </a:lvl1pPr>
          </a:lstStyle>
          <a:p>
            <a:pPr lvl="0"/>
            <a:r>
              <a:rPr lang="nb-NO" dirty="0"/>
              <a:t>Klikk for å legge inn budskap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707047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alen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ABDCE49F-5B01-9B9C-0092-53059581D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D7823480-D548-D458-3180-E17AD38E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982" y="2268665"/>
            <a:ext cx="3470679" cy="3470679"/>
          </a:xfrm>
          <a:prstGeom prst="rect">
            <a:avLst/>
          </a:prstGeom>
        </p:spPr>
      </p:pic>
      <p:pic>
        <p:nvPicPr>
          <p:cNvPr id="4" name="Symbol">
            <a:extLst>
              <a:ext uri="{FF2B5EF4-FFF2-40B4-BE49-F238E27FC236}">
                <a16:creationId xmlns:a16="http://schemas.microsoft.com/office/drawing/2014/main" id="{11F0645A-E1D5-FD75-94C7-B11FF8B1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69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iagram stolp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A2CC3980-1FAA-609F-D801-A7CEAD82F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A94AADEB-1204-A6C1-FEE1-787F1711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10" name="Symbol">
            <a:extLst>
              <a:ext uri="{FF2B5EF4-FFF2-40B4-BE49-F238E27FC236}">
                <a16:creationId xmlns:a16="http://schemas.microsoft.com/office/drawing/2014/main" id="{22C900CA-3803-0179-D167-ECAEE1A28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5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analy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47066B99-0507-A197-5EE8-3F8A54ED11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62A6167C-EDFB-7C4C-CA36-B28A77D0E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52DBF9A-BCC7-AD2C-AC52-8177E2119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56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es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1AB83064-0F63-2768-6266-42F0A4E1A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52C638E0-7D86-C81C-4600-1C6CECA07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5" name="Symbol">
            <a:extLst>
              <a:ext uri="{FF2B5EF4-FFF2-40B4-BE49-F238E27FC236}">
                <a16:creationId xmlns:a16="http://schemas.microsoft.com/office/drawing/2014/main" id="{989FA1E9-7C24-36B5-3AD0-24041A096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23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olitik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ECA63EC7-6F0B-BAF9-1EE3-7AB8D27DA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6D8B689A-F4CD-BD57-329A-FCF3A57CC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E133D574-8656-C036-7D52-39C31CEE0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0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håndtry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99EAC37-0238-0206-3293-0B9F15C38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BF0CE7F9-DF98-A5B7-6D46-1DFC8794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EB2C1D7-FAB1-1A4D-8686-A49D101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3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PC nettsko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822A9736-425A-AF1B-01D5-A272AF53B3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CAC2C32D-E3BB-652D-8F6F-710B794E2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11539F62-8FB2-E3B4-D24B-60F96F3F1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4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klim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2740080-E924-C13C-11A3-D68020EA0A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4700680F-54B0-3CEF-BC4F-C29D901E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A99FA7F9-9B01-3178-F4E9-8AB114B8C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42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destinasj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30C3412A-E443-3266-2C28-EFB16993A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7EED4FBB-EDF6-EC53-ABE6-FB77594EC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8" cy="3472368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D5AC232-8D2C-2105-5487-0D3930AD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8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bus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A3EE5645-5A6C-F479-BEED-D83A728D86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48CFB3F6-4A33-60C4-0AD8-A6BC451B3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2973" y="2255656"/>
            <a:ext cx="3496697" cy="349669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7F4E29D2-CDB1-15F0-9EE0-D2DDB41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50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tannhel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CE9C4710-FDB6-D1E0-053E-6E3A94DE3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B28849AA-21FB-F285-72AC-0DD9F0983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9" y="2267822"/>
            <a:ext cx="3472366" cy="3472366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C9573B08-5817-3D08-0795-BD94D44F8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4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ikon sjekklis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5">
            <a:extLst>
              <a:ext uri="{FF2B5EF4-FFF2-40B4-BE49-F238E27FC236}">
                <a16:creationId xmlns:a16="http://schemas.microsoft.com/office/drawing/2014/main" id="{9EDB3680-F223-28CC-4BD9-7EA9FD2DC2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D89D4F7-300D-FBCE-8D4D-014957AD8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77001" y="1755745"/>
            <a:ext cx="4488643" cy="448864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0" name="Grafikk 9">
            <a:extLst>
              <a:ext uri="{FF2B5EF4-FFF2-40B4-BE49-F238E27FC236}">
                <a16:creationId xmlns:a16="http://schemas.microsoft.com/office/drawing/2014/main" id="{87A327D8-0FFA-432B-9BA6-31B6B66BE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138" y="2267821"/>
            <a:ext cx="3472367" cy="3472367"/>
          </a:xfrm>
          <a:prstGeom prst="rect">
            <a:avLst/>
          </a:prstGeom>
        </p:spPr>
      </p:pic>
      <p:pic>
        <p:nvPicPr>
          <p:cNvPr id="6" name="Symbol">
            <a:extLst>
              <a:ext uri="{FF2B5EF4-FFF2-40B4-BE49-F238E27FC236}">
                <a16:creationId xmlns:a16="http://schemas.microsoft.com/office/drawing/2014/main" id="{6099E70D-B528-0AA2-A4EF-343514EEB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724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 med valgfritt ik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5">
            <a:extLst>
              <a:ext uri="{FF2B5EF4-FFF2-40B4-BE49-F238E27FC236}">
                <a16:creationId xmlns:a16="http://schemas.microsoft.com/office/drawing/2014/main" id="{EFF84E5F-A065-E08F-DCC7-201FC8497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00" y="885600"/>
            <a:ext cx="10479600" cy="523220"/>
          </a:xfrm>
        </p:spPr>
        <p:txBody>
          <a:bodyPr/>
          <a:lstStyle>
            <a:lvl1pPr>
              <a:defRPr/>
            </a:lvl1pPr>
          </a:lstStyle>
          <a:p>
            <a:r>
              <a:rPr lang="nb-NO" dirty="0" err="1"/>
              <a:t>Klikk</a:t>
            </a:r>
            <a:r>
              <a:rPr lang="nb-NO" dirty="0"/>
              <a:t> for å </a:t>
            </a:r>
            <a:r>
              <a:rPr lang="nb-NO" dirty="0" err="1"/>
              <a:t>skrive</a:t>
            </a:r>
            <a:r>
              <a:rPr lang="nb-NO" dirty="0"/>
              <a:t> </a:t>
            </a:r>
            <a:r>
              <a:rPr lang="nb-NO" dirty="0" err="1"/>
              <a:t>tittelen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213E88-93B0-4690-A14F-32D700203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653" y="1755745"/>
            <a:ext cx="4859348" cy="4488644"/>
          </a:xfrm>
        </p:spPr>
        <p:txBody>
          <a:bodyPr/>
          <a:lstStyle>
            <a:lvl1pPr>
              <a:lnSpc>
                <a:spcPct val="100000"/>
              </a:lnSpc>
              <a:spcBef>
                <a:spcPts val="2200"/>
              </a:spcBef>
              <a:defRPr/>
            </a:lvl1pPr>
          </a:lstStyle>
          <a:p>
            <a:pPr lvl="0"/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legge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inn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tekst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ikonet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under for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å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opprette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tabell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diagram </a:t>
            </a:r>
            <a:r>
              <a:rPr lang="nb-NO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eller</a:t>
            </a:r>
            <a:r>
              <a:rPr lang="nb-NO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SmartArt.</a:t>
            </a:r>
          </a:p>
          <a:p>
            <a:pPr lvl="1"/>
            <a:r>
              <a:rPr lang="nb-NO" dirty="0"/>
              <a:t>Andre </a:t>
            </a:r>
            <a:r>
              <a:rPr lang="nb-NO" dirty="0" err="1"/>
              <a:t>nivå</a:t>
            </a:r>
            <a:endParaRPr lang="nb-NO" dirty="0"/>
          </a:p>
        </p:txBody>
      </p:sp>
      <p:sp>
        <p:nvSpPr>
          <p:cNvPr id="9" name="Plassholder for bilde 4">
            <a:extLst>
              <a:ext uri="{FF2B5EF4-FFF2-40B4-BE49-F238E27FC236}">
                <a16:creationId xmlns:a16="http://schemas.microsoft.com/office/drawing/2014/main" id="{63FA54D4-93DF-1A9D-0CC4-5616E8000F7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477001" y="1755745"/>
            <a:ext cx="4488644" cy="44886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251999" tIns="251999" rIns="216000" bIns="108000"/>
          <a:lstStyle>
            <a:lvl1pPr marL="0" indent="0" algn="ctr">
              <a:buNone/>
              <a:defRPr sz="2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 err="1"/>
              <a:t>Klikk</a:t>
            </a:r>
            <a:r>
              <a:rPr lang="nb-NO" dirty="0"/>
              <a:t> </a:t>
            </a:r>
            <a:r>
              <a:rPr lang="nb-NO" dirty="0" err="1"/>
              <a:t>på</a:t>
            </a:r>
            <a:r>
              <a:rPr lang="nb-NO" dirty="0"/>
              <a:t> </a:t>
            </a:r>
            <a:r>
              <a:rPr lang="nb-NO" dirty="0" err="1"/>
              <a:t>ikonet</a:t>
            </a:r>
            <a:r>
              <a:rPr lang="nb-NO" dirty="0"/>
              <a:t> under for å </a:t>
            </a:r>
            <a:r>
              <a:rPr lang="nb-NO" dirty="0" err="1"/>
              <a:t>sette</a:t>
            </a:r>
            <a:r>
              <a:rPr lang="nb-NO" dirty="0"/>
              <a:t> inn </a:t>
            </a:r>
            <a:r>
              <a:rPr lang="nb-NO" dirty="0" err="1"/>
              <a:t>ønsket</a:t>
            </a:r>
            <a:r>
              <a:rPr lang="nb-NO" dirty="0"/>
              <a:t> ikon. 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Se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oppskrift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til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høyre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 for </a:t>
            </a:r>
            <a:r>
              <a:rPr lang="nb-NO" b="0" i="0" dirty="0" err="1">
                <a:solidFill>
                  <a:srgbClr val="000000"/>
                </a:solidFill>
                <a:effectLst/>
                <a:latin typeface="WordVisi_MSFontService"/>
              </a:rPr>
              <a:t>lysbildet</a:t>
            </a:r>
            <a:r>
              <a:rPr lang="nb-NO" b="0" i="0" dirty="0">
                <a:solidFill>
                  <a:srgbClr val="000000"/>
                </a:solidFill>
                <a:effectLst/>
                <a:latin typeface="WordVisi_MSFontService"/>
              </a:rPr>
              <a:t>.</a:t>
            </a:r>
            <a:endParaRPr lang="nb-NO" dirty="0"/>
          </a:p>
        </p:txBody>
      </p:sp>
      <p:pic>
        <p:nvPicPr>
          <p:cNvPr id="7" name="Symbol">
            <a:extLst>
              <a:ext uri="{FF2B5EF4-FFF2-40B4-BE49-F238E27FC236}">
                <a16:creationId xmlns:a16="http://schemas.microsoft.com/office/drawing/2014/main" id="{A50B2775-CCA2-B2A5-B479-D88DFB3DA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CC63F06A-DB2F-8F29-DA78-966795240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500764" y="0"/>
            <a:ext cx="5864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DE060B8-B4F5-A6E9-CA94-87FCF61591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12712244" y="400049"/>
            <a:ext cx="54595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b="1" noProof="0" dirty="0"/>
              <a:t>Velg ikon fra vår ikonpakke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 vår designmanual </a:t>
            </a:r>
            <a:r>
              <a:rPr lang="nb-NO" sz="1600" b="0" i="0" u="non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 vi en startpakke med spesialtilpassede ikoner for bruk i PowerPoint. Ikonene har ideell størrelse for plassering i den sirkelformede plassholderen og trenger ikke tilpasning.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dirty="0"/>
              <a:t>Last ned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filen «SVG for PowerPoint» </a:t>
            </a:r>
            <a:r>
              <a:rPr lang="nb-NO" sz="1600" dirty="0"/>
              <a:t>fra www.telemarkfylke.no/ikoner. Etter å ha lagret filen må du pakke den ut. Det gjør du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ved å høyreklikke på filen og velge «Pakk ut alle».  </a:t>
            </a: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Klikk på ikonet i plassholderen for å sette inn ikon. Hvis du allerede har plassert inn et ikon,</a:t>
            </a:r>
            <a:r>
              <a:rPr lang="nb-NO" sz="1600" dirty="0"/>
              <a:t> men ikke ønsker å bruke det, </a:t>
            </a: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marker og slett det før du velger et nytt.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1" dirty="0"/>
              <a:t>Ønsker du et annet ikon?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sz="16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Under «Oppsett» på fanen «Hjem» finner du oppsett med andre ikoner.</a:t>
            </a:r>
            <a:br>
              <a:rPr lang="nb-NO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endParaRPr lang="nb-N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dirty="0"/>
          </a:p>
        </p:txBody>
      </p:sp>
      <p:pic>
        <p:nvPicPr>
          <p:cNvPr id="8" name="Picture 10" descr="Skjermdump med oversikt over noen av ikonsidene i malen">
            <a:extLst>
              <a:ext uri="{FF2B5EF4-FFF2-40B4-BE49-F238E27FC236}">
                <a16:creationId xmlns:a16="http://schemas.microsoft.com/office/drawing/2014/main" id="{3BB19A84-18C1-D2FA-94EC-2A4408390F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36" b="-836"/>
          <a:stretch/>
        </p:blipFill>
        <p:spPr>
          <a:xfrm>
            <a:off x="12813946" y="4562375"/>
            <a:ext cx="4043007" cy="21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90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39" Target="../slideLayouts/slideLayout39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42" Target="../slideLayouts/slideLayout42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media/image1.svg" Type="http://schemas.openxmlformats.org/officeDocument/2006/relationships/imag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43" Target="../slideLayouts/slideLayout43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ymbol">
            <a:extLst>
              <a:ext uri="{FF2B5EF4-FFF2-40B4-BE49-F238E27FC236}">
                <a16:creationId xmlns:a16="http://schemas.microsoft.com/office/drawing/2014/main" id="{B14FC8EA-3CE9-7618-146E-1403EC6A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1402561" y="386680"/>
            <a:ext cx="426732" cy="486000"/>
          </a:xfrm>
          <a:prstGeom prst="rect">
            <a:avLst/>
          </a:prstGeom>
        </p:spPr>
      </p:pic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0D7A32C-EC5E-4205-A508-829A1E61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00" y="885600"/>
            <a:ext cx="10479600" cy="523220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/>
          <a:p>
            <a:r>
              <a:rPr dirty="0" err="1" lang="nb-NO" noProof="0"/>
              <a:t>Klikk</a:t>
            </a:r>
            <a:r>
              <a:rPr dirty="0" lang="nb-NO" noProof="0"/>
              <a:t> for å </a:t>
            </a:r>
            <a:r>
              <a:rPr dirty="0" err="1" lang="nb-NO" noProof="0"/>
              <a:t>redigere</a:t>
            </a:r>
            <a:r>
              <a:rPr dirty="0" lang="nb-NO" noProof="0"/>
              <a:t> </a:t>
            </a:r>
            <a:r>
              <a:rPr dirty="0" err="1" lang="nb-NO" noProof="0"/>
              <a:t>tittelstil</a:t>
            </a:r>
            <a:endParaRPr dirty="0" lang="nb-NO" noProof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150DB1F-F0F3-48FE-95AB-644A685951CE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56800" y="1585913"/>
            <a:ext cx="10479600" cy="46968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err="1" lang="nb-NO"/>
              <a:t>Klikk</a:t>
            </a:r>
            <a:r>
              <a:rPr dirty="0" lang="nb-NO"/>
              <a:t> for å </a:t>
            </a:r>
            <a:r>
              <a:rPr dirty="0" err="1" lang="nb-NO"/>
              <a:t>redigere</a:t>
            </a:r>
            <a:r>
              <a:rPr dirty="0" lang="nb-NO"/>
              <a:t> </a:t>
            </a:r>
            <a:r>
              <a:rPr dirty="0" err="1" lang="nb-NO"/>
              <a:t>tekststiler</a:t>
            </a:r>
            <a:r>
              <a:rPr dirty="0" lang="nb-NO"/>
              <a:t> </a:t>
            </a:r>
            <a:r>
              <a:rPr dirty="0" err="1" lang="nb-NO"/>
              <a:t>i</a:t>
            </a:r>
            <a:r>
              <a:rPr dirty="0" lang="nb-NO"/>
              <a:t> </a:t>
            </a:r>
            <a:r>
              <a:rPr dirty="0" err="1" lang="nb-NO"/>
              <a:t>malen</a:t>
            </a:r>
            <a:endParaRPr dirty="0" lang="nb-NO"/>
          </a:p>
          <a:p>
            <a:pPr lvl="1"/>
            <a:r>
              <a:rPr dirty="0" lang="nb-NO"/>
              <a:t>Andre nivå</a:t>
            </a:r>
          </a:p>
          <a:p>
            <a:pPr lvl="2"/>
            <a:r>
              <a:rPr dirty="0" lang="nb-NO"/>
              <a:t>Tredje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666FC37-A4EA-490D-8E32-0AE790CC6DC5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576072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8711618C-0797-4DE8-8F76-26C2A470B1F1}" type="datetimeFigureOut">
              <a:rPr lang="nb-NO" smtClean="0"/>
              <a:pPr/>
              <a:t>16.06.2026</a:t>
            </a:fld>
            <a:endParaRPr dirty="0"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8CB23BE-A736-4A6C-8D27-3452A9C73DC7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609569"/>
            <a:ext cx="41148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dirty="0"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24C4B4-B69C-4D11-A88F-900B06F89BF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872728" y="6609569"/>
            <a:ext cx="2743200" cy="184666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93EB756F-746B-4A94-A95A-AE98F4E2B7BB}" type="slidenum">
              <a:rPr lang="nb-NO" smtClean="0"/>
              <a:pPr/>
              <a:t>‹#›</a:t>
            </a:fld>
            <a:endParaRPr dirty="0" lang="nb-NO"/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B36CA2AF-B2B9-9381-0302-4911CA4B5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5834077"/>
            <a:ext cx="2045677" cy="1023923"/>
            <a:chOff x="-1285" y="5590352"/>
            <a:chExt cx="2532611" cy="1267648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C36AEFB6-7735-E810-6707-E6BE7541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-1285" y="6012718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3EE8FA-9280-BA8A-FD89-C2EDBB57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flipV="1" rot="16200000">
              <a:off x="629016" y="6224209"/>
              <a:ext cx="422527" cy="845055"/>
            </a:xfrm>
            <a:custGeom>
              <a:avLst/>
              <a:gdLst>
                <a:gd fmla="*/ 1 w 2743200" name="connsiteX0"/>
                <a:gd fmla="*/ 0 h 5485182" name="connsiteY0"/>
                <a:gd fmla="*/ 2729037 w 2743200" name="connsiteX1"/>
                <a:gd fmla="*/ 2462724 h 5485182" name="connsiteY1"/>
                <a:gd fmla="*/ 2743040 w 2743200" name="connsiteX2"/>
                <a:gd fmla="*/ 2740024 h 5485182" name="connsiteY2"/>
                <a:gd fmla="*/ 2743199 w 2743200" name="connsiteX3"/>
                <a:gd fmla="*/ 2740024 h 5485182" name="connsiteY3"/>
                <a:gd fmla="*/ 2743199 w 2743200" name="connsiteX4"/>
                <a:gd fmla="*/ 2743179 h 5485182" name="connsiteY4"/>
                <a:gd fmla="*/ 2743200 w 2743200" name="connsiteX5"/>
                <a:gd fmla="*/ 2743199 h 5485182" name="connsiteY5"/>
                <a:gd fmla="*/ 2743199 w 2743200" name="connsiteX6"/>
                <a:gd fmla="*/ 2743199 h 5485182" name="connsiteY6"/>
                <a:gd fmla="*/ 2743199 w 2743200" name="connsiteX7"/>
                <a:gd fmla="*/ 2743221 h 5485182" name="connsiteY7"/>
                <a:gd fmla="*/ 2743199 w 2743200" name="connsiteX8"/>
                <a:gd fmla="*/ 5485182 h 5485182" name="connsiteY8"/>
                <a:gd fmla="*/ 0 w 2743200" name="connsiteX9"/>
                <a:gd fmla="*/ 5485182 h 5485182" name="connsiteY9"/>
                <a:gd fmla="*/ 0 w 2743200" name="connsiteX10"/>
                <a:gd fmla="*/ 2740024 h 5485182" name="connsiteY10"/>
                <a:gd fmla="*/ 1 w 2743200" name="connsiteX11"/>
                <a:gd fmla="*/ 2740024 h 5485182" name="connsiteY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b="b" l="l" r="r" t="t"/>
              <a:pathLst>
                <a:path h="5485182" w="2743200">
                  <a:moveTo>
                    <a:pt x="1" y="0"/>
                  </a:moveTo>
                  <a:cubicBezTo>
                    <a:pt x="1420338" y="0"/>
                    <a:pt x="2588559" y="1079448"/>
                    <a:pt x="2729037" y="2462724"/>
                  </a:cubicBezTo>
                  <a:lnTo>
                    <a:pt x="2743040" y="2740024"/>
                  </a:lnTo>
                  <a:lnTo>
                    <a:pt x="2743199" y="2740024"/>
                  </a:lnTo>
                  <a:lnTo>
                    <a:pt x="2743199" y="2743179"/>
                  </a:lnTo>
                  <a:lnTo>
                    <a:pt x="2743200" y="2743199"/>
                  </a:lnTo>
                  <a:lnTo>
                    <a:pt x="2743199" y="2743199"/>
                  </a:lnTo>
                  <a:lnTo>
                    <a:pt x="2743199" y="2743221"/>
                  </a:lnTo>
                  <a:lnTo>
                    <a:pt x="2743199" y="5485182"/>
                  </a:lnTo>
                  <a:lnTo>
                    <a:pt x="0" y="5485182"/>
                  </a:lnTo>
                  <a:lnTo>
                    <a:pt x="0" y="2740024"/>
                  </a:lnTo>
                  <a:lnTo>
                    <a:pt x="1" y="2740024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0E07C80F-618B-1CE6-3F06-7E56D26FF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1264142" y="6436066"/>
              <a:ext cx="422527" cy="42134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E220AA67-3EFB-26FC-0B16-CDE098452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0" y="6435473"/>
              <a:ext cx="422527" cy="42252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678728A4-4E6A-76F2-C08F-5ECF7128B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5400000">
              <a:off x="2108669" y="6435343"/>
              <a:ext cx="422657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  <p:sp>
          <p:nvSpPr>
            <p:cNvPr id="15" name="Oval 19">
              <a:extLst>
                <a:ext uri="{FF2B5EF4-FFF2-40B4-BE49-F238E27FC236}">
                  <a16:creationId xmlns:a16="http://schemas.microsoft.com/office/drawing/2014/main" id="{1A7AF50B-52A5-102A-254F-B06FC8577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rot="16200000">
              <a:off x="1686077" y="6435472"/>
              <a:ext cx="422528" cy="422527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6" name="Rectangle 20">
              <a:extLst>
                <a:ext uri="{FF2B5EF4-FFF2-40B4-BE49-F238E27FC236}">
                  <a16:creationId xmlns:a16="http://schemas.microsoft.com/office/drawing/2014/main" id="{58C14B09-C8E4-EBDA-6AE2-C1637490F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 userDrawn="1"/>
          </p:nvSpPr>
          <p:spPr>
            <a:xfrm flipH="1" rot="16200000">
              <a:off x="-1878" y="5590945"/>
              <a:ext cx="422528" cy="42134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dirty="0" lang="en-NO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B094A262-78F2-91A8-3DC1-13DD01089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419036" y="6019778"/>
              <a:ext cx="422658" cy="422657"/>
            </a:xfrm>
            <a:custGeom>
              <a:avLst/>
              <a:gdLst>
                <a:gd fmla="*/ 0 w 2743016" name="connsiteX0"/>
                <a:gd fmla="*/ 0 h 2739577" name="connsiteY0"/>
                <a:gd fmla="*/ 2729036 w 2743016" name="connsiteX1"/>
                <a:gd fmla="*/ 2462724 h 2739577" name="connsiteY1"/>
                <a:gd fmla="*/ 2743016 w 2743016" name="connsiteX2"/>
                <a:gd fmla="*/ 2739577 h 2739577" name="connsiteY2"/>
                <a:gd fmla="*/ 0 w 2743016" name="connsiteX3"/>
                <a:gd fmla="*/ 2739577 h 2739577" name="connsiteY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b="b" l="l" r="r" t="t"/>
              <a:pathLst>
                <a:path h="2739577" w="2743016">
                  <a:moveTo>
                    <a:pt x="0" y="0"/>
                  </a:moveTo>
                  <a:cubicBezTo>
                    <a:pt x="1420337" y="0"/>
                    <a:pt x="2588558" y="1079448"/>
                    <a:pt x="2729036" y="2462724"/>
                  </a:cubicBezTo>
                  <a:lnTo>
                    <a:pt x="2743016" y="2739577"/>
                  </a:lnTo>
                  <a:lnTo>
                    <a:pt x="0" y="2739577"/>
                  </a:lnTo>
                  <a:close/>
                </a:path>
              </a:pathLst>
            </a:cu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dirty="0" lang="en-NO"/>
            </a:p>
          </p:txBody>
        </p:sp>
      </p:grpSp>
    </p:spTree>
    <p:extLst>
      <p:ext uri="{BB962C8B-B14F-4D97-AF65-F5344CB8AC3E}">
        <p14:creationId xmlns:p14="http://schemas.microsoft.com/office/powerpoint/2010/main" val="13212923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4153" r:id="rId1"/>
    <p:sldLayoutId id="2147484154" r:id="rId2"/>
    <p:sldLayoutId id="2147484155" r:id="rId3"/>
    <p:sldLayoutId id="2147484156" r:id="rId4"/>
    <p:sldLayoutId id="2147484249" r:id="rId5"/>
    <p:sldLayoutId id="2147484204" r:id="rId6"/>
    <p:sldLayoutId id="2147484398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  <p:sldLayoutId id="2147484215" r:id="rId17"/>
    <p:sldLayoutId id="2147484216" r:id="rId18"/>
    <p:sldLayoutId id="2147484217" r:id="rId19"/>
    <p:sldLayoutId id="2147484218" r:id="rId20"/>
    <p:sldLayoutId id="2147484219" r:id="rId21"/>
    <p:sldLayoutId id="2147484221" r:id="rId22"/>
    <p:sldLayoutId id="2147484222" r:id="rId23"/>
    <p:sldLayoutId id="2147484223" r:id="rId24"/>
    <p:sldLayoutId id="2147484224" r:id="rId25"/>
    <p:sldLayoutId id="2147484225" r:id="rId26"/>
    <p:sldLayoutId id="2147484226" r:id="rId27"/>
    <p:sldLayoutId id="2147484244" r:id="rId28"/>
    <p:sldLayoutId id="2147484389" r:id="rId29"/>
    <p:sldLayoutId id="2147484393" r:id="rId30"/>
    <p:sldLayoutId id="2147484231" r:id="rId31"/>
    <p:sldLayoutId id="2147484232" r:id="rId32"/>
    <p:sldLayoutId id="2147484233" r:id="rId33"/>
    <p:sldLayoutId id="2147484234" r:id="rId34"/>
    <p:sldLayoutId id="2147484235" r:id="rId35"/>
    <p:sldLayoutId id="2147484236" r:id="rId36"/>
    <p:sldLayoutId id="2147484237" r:id="rId37"/>
    <p:sldLayoutId id="2147484238" r:id="rId38"/>
    <p:sldLayoutId id="2147484239" r:id="rId39"/>
    <p:sldLayoutId id="2147484240" r:id="rId40"/>
    <p:sldLayoutId id="2147484241" r:id="rId41"/>
    <p:sldLayoutId id="2147484242" r:id="rId42"/>
    <p:sldLayoutId id="2147484243" r:id="rId43"/>
  </p:sldLayoutIdLst>
  <p:txStyles>
    <p:titleStyle>
      <a:lvl1pPr algn="l" defTabSz="914400" eaLnBrk="1" hangingPunct="1" latinLnBrk="0" rtl="0">
        <a:lnSpc>
          <a:spcPct val="100000"/>
        </a:lnSpc>
        <a:spcBef>
          <a:spcPts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52000" latinLnBrk="0" marL="252000" rtl="0">
        <a:lnSpc>
          <a:spcPct val="100000"/>
        </a:lnSpc>
        <a:spcBef>
          <a:spcPts val="0"/>
        </a:spcBef>
        <a:buFont charset="0" panose="020B0604020202020204" pitchFamily="34"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52000" latinLnBrk="0" marL="504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52000" latinLnBrk="0" marL="756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52000" latinLnBrk="0" marL="1008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52000" latinLnBrk="0" marL="1260000" rtl="0">
        <a:lnSpc>
          <a:spcPct val="100000"/>
        </a:lnSpc>
        <a:spcBef>
          <a:spcPts val="0"/>
        </a:spcBef>
        <a:buFont charset="0" panose="020F0502020204030204" pitchFamily="34" typeface="Calibri"/>
        <a:buChar char="-"/>
        <a:defRPr kern="1200" sz="11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Presentasjon om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Hva er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 er et populært programmeringsspråk som er kjent for å være lett å lese og enkelt å lære. Det brukes av både nybegynnere og profesjonelle utviklere.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Hvorfor bruke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Enkelt og oversiktlig språk</a:t>
            </a:r>
          </a:p>
          <a:p>
            <a:pPr lvl="0"/>
            <a:r>
              <a:rPr/>
              <a:t>Passer godt for nybegynnere</a:t>
            </a:r>
          </a:p>
          <a:p>
            <a:pPr lvl="0"/>
            <a:r>
              <a:rPr/>
              <a:t>Brukes innen webutvikling, dataanalyse, kunstig intelligens og automatisering</a:t>
            </a:r>
          </a:p>
          <a:p>
            <a:pPr lvl="0"/>
            <a:r>
              <a:rPr/>
              <a:t>Har mange biblioteker og stort fellesskap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Eksempel på Python-kode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"Hei, verden!"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Hva kan man lage med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Nettsider</a:t>
            </a:r>
          </a:p>
          <a:p>
            <a:pPr lvl="0"/>
            <a:r>
              <a:rPr/>
              <a:t>Spill</a:t>
            </a:r>
          </a:p>
          <a:p>
            <a:pPr lvl="0"/>
            <a:r>
              <a:rPr/>
              <a:t>Automatisering av oppgaver</a:t>
            </a:r>
          </a:p>
          <a:p>
            <a:pPr lvl="0"/>
            <a:r>
              <a:rPr/>
              <a:t>Dataanalyse</a:t>
            </a:r>
          </a:p>
          <a:p>
            <a:pPr lvl="0"/>
            <a:r>
              <a:rPr/>
              <a:t>Maskinlæring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Fordeler med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Lett å lære</a:t>
            </a:r>
          </a:p>
          <a:p>
            <a:pPr lvl="0" indent="-457200" marL="457200">
              <a:buAutoNum type="arabicPeriod"/>
            </a:pPr>
            <a:r>
              <a:rPr/>
              <a:t>Leser vennlig kode</a:t>
            </a:r>
          </a:p>
          <a:p>
            <a:pPr lvl="0" indent="-457200" marL="457200">
              <a:buAutoNum type="arabicPeriod"/>
            </a:pPr>
            <a:r>
              <a:rPr/>
              <a:t>Stort utvalg av verktøy og biblioteker</a:t>
            </a:r>
          </a:p>
          <a:p>
            <a:pPr lvl="0" indent="-457200" marL="457200">
              <a:buAutoNum type="arabicPeriod"/>
            </a:pPr>
            <a:r>
              <a:rPr/>
              <a:t>Kan brukes til mange forskjellige typer prosjekter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Oppsummering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 er et allsidig og brukervennlig språk som passer for mange ulike typer oppgaver. Det er et godt valg både for å lære programmering og for å utvikle avanserte løsninger.</a:t>
            </a:r>
          </a:p>
        </p:txBody>
      </p:sp>
    </p:spTree>
  </p:cSld>
</p:sld>
</file>

<file path=ppt/theme/theme1.xml><?xml version="1.0" encoding="utf-8"?>
<a:theme xmlns:a="http://schemas.openxmlformats.org/drawingml/2006/main" name="Fargetema Bark/Blåveis">
  <a:themeElements>
    <a:clrScheme name="Telemark fylkeskommune bark-blåveis">
      <a:dk1>
        <a:srgbClr val="000000"/>
      </a:dk1>
      <a:lt1>
        <a:srgbClr val="FFFFFF"/>
      </a:lt1>
      <a:dk2>
        <a:srgbClr val="996954"/>
      </a:dk2>
      <a:lt2>
        <a:srgbClr val="414681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37F7B0D-F124-423C-B45E-1FCCD579C20F}"/>
    </a:ext>
  </a:extLst>
</a:theme>
</file>

<file path=ppt/theme/theme2.xml><?xml version="1.0" encoding="utf-8"?>
<a:theme xmlns:a="http://schemas.openxmlformats.org/drawingml/2006/main" name="Fargetema Vann/Himmel">
  <a:themeElements>
    <a:clrScheme name="Telemark fylkeskommune vann-himmel">
      <a:dk1>
        <a:srgbClr val="000000"/>
      </a:dk1>
      <a:lt1>
        <a:srgbClr val="FFFFFF"/>
      </a:lt1>
      <a:dk2>
        <a:srgbClr val="005462"/>
      </a:dk2>
      <a:lt2>
        <a:srgbClr val="009BC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9FF878A6-7366-4924-9EA0-AA54D9CE8858}"/>
    </a:ext>
  </a:extLst>
</a:theme>
</file>

<file path=ppt/theme/theme3.xml><?xml version="1.0" encoding="utf-8"?>
<a:theme xmlns:a="http://schemas.openxmlformats.org/drawingml/2006/main" name="Fargetema Gran/Gress">
  <a:themeElements>
    <a:clrScheme name="Telemark fylkeskommune gran-gress">
      <a:dk1>
        <a:srgbClr val="000000"/>
      </a:dk1>
      <a:lt1>
        <a:srgbClr val="FFFFFF"/>
      </a:lt1>
      <a:dk2>
        <a:srgbClr val="2F7542"/>
      </a:dk2>
      <a:lt2>
        <a:srgbClr val="1F9562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32AF4618-70C8-4333-8688-10288E37B38C}"/>
    </a:ext>
  </a:extLst>
</a:theme>
</file>

<file path=ppt/theme/theme4.xml><?xml version="1.0" encoding="utf-8"?>
<a:theme xmlns:a="http://schemas.openxmlformats.org/drawingml/2006/main" name="Fargetema Siv/Nype">
  <a:themeElements>
    <a:clrScheme name="Telemark fylkeskommune siv-nype">
      <a:dk1>
        <a:srgbClr val="000000"/>
      </a:dk1>
      <a:lt1>
        <a:srgbClr val="FFFFFF"/>
      </a:lt1>
      <a:dk2>
        <a:srgbClr val="BC7726"/>
      </a:dk2>
      <a:lt2>
        <a:srgbClr val="B7173D"/>
      </a:lt2>
      <a:accent1>
        <a:srgbClr val="005462"/>
      </a:accent1>
      <a:accent2>
        <a:srgbClr val="B7173D"/>
      </a:accent2>
      <a:accent3>
        <a:srgbClr val="8A6C3E"/>
      </a:accent3>
      <a:accent4>
        <a:srgbClr val="1F9562"/>
      </a:accent4>
      <a:accent5>
        <a:srgbClr val="5A2E61"/>
      </a:accent5>
      <a:accent6>
        <a:srgbClr val="009BC2"/>
      </a:accent6>
      <a:hlink>
        <a:srgbClr val="005462"/>
      </a:hlink>
      <a:folHlink>
        <a:srgbClr val="5A2E6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Vann">
      <a:srgbClr val="005260"/>
    </a:custClr>
    <a:custClr name="Hav">
      <a:srgbClr val="1C6C6C"/>
    </a:custClr>
    <a:custClr name="Fjord">
      <a:srgbClr val="14828C"/>
    </a:custClr>
    <a:custClr name="Himmel">
      <a:srgbClr val="009BC2"/>
    </a:custClr>
    <a:custClr name="Gress">
      <a:srgbClr val="1F9562"/>
    </a:custClr>
    <a:custClr name="Gran">
      <a:srgbClr val="2F7542"/>
    </a:custClr>
    <a:custClr name="Korn">
      <a:srgbClr val="A5983A"/>
    </a:custClr>
    <a:custClr name="Stein">
      <a:srgbClr val="7B7B7A"/>
    </a:custClr>
    <a:custClr name="Berg">
      <a:srgbClr val="727062"/>
    </a:custClr>
    <a:custClr name="Strand">
      <a:srgbClr val="8A6C3E"/>
    </a:custClr>
    <a:custClr name="Siv">
      <a:srgbClr val="BC7726"/>
    </a:custClr>
    <a:custClr name="Bark">
      <a:srgbClr val="996954"/>
    </a:custClr>
    <a:custClr name="Nype">
      <a:srgbClr val="B7173D"/>
    </a:custClr>
    <a:custClr name="Plomme">
      <a:srgbClr val="5A2E61"/>
    </a:custClr>
    <a:custClr name="Blåveis">
      <a:srgbClr val="414681"/>
    </a:custClr>
  </a:custClrLst>
  <a:extLst>
    <a:ext uri="{05A4C25C-085E-4340-85A3-A5531E510DB2}">
      <thm15:themeFamily xmlns:thm15="http://schemas.microsoft.com/office/thememl/2012/main" name="Telemark former ferdig bokmål" id="{F657B0BD-653D-46E4-9606-11EA3AEBB0AB}" vid="{BF3E8A5D-7F32-4258-89B4-99332367FC13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Blåveis</Template>
  <TotalTime>0</TotalTime>
  <Words>1167</Words>
  <Application>Microsoft Macintosh PowerPoint</Application>
  <PresentationFormat>Widescreen</PresentationFormat>
  <Paragraphs>74</Paragraphs>
  <Slides>9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Courier New</vt:lpstr>
      <vt:lpstr>WordVisi_MSFontService</vt:lpstr>
      <vt:lpstr>WordVisiCarriageReturn_MSFontService</vt:lpstr>
      <vt:lpstr>Fargetema Bark/Blåveis</vt:lpstr>
      <vt:lpstr>Fargetema Vann/Himmel</vt:lpstr>
      <vt:lpstr>Fargetema Gran/Gress</vt:lpstr>
      <vt:lpstr>Fargetema Siv/Nype</vt:lpstr>
      <vt:lpstr>PowerPoint Presentation</vt:lpstr>
      <vt:lpstr>PowerPoint Presentation</vt:lpstr>
      <vt:lpstr>PowerPoint Presentation</vt:lpstr>
      <vt:lpstr>Introduksjon og oversikt</vt:lpstr>
      <vt:lpstr>Lysbildeoppsett</vt:lpstr>
      <vt:lpstr>Tekst og innhold</vt:lpstr>
      <vt:lpstr>Bilder</vt:lpstr>
      <vt:lpstr>Universell utforming – generelt</vt:lpstr>
      <vt:lpstr>Universell utforming – bilder og grafikk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2026-08-13T07:48:59Z</dcterms:created>
  <dcterms:modified xsi:type="dcterms:W3CDTF">2026-08-13T07:48:59Z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